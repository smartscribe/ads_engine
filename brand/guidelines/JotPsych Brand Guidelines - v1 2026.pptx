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slideLayout" Target="../slideLayouts/slideLayout1.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image" Target="../media/image-26-11.png"/><Relationship Id="rId12" Type="http://schemas.openxmlformats.org/officeDocument/2006/relationships/image" Target="../media/image-26-12.png"/><Relationship Id="rId13" Type="http://schemas.openxmlformats.org/officeDocument/2006/relationships/image" Target="../media/image-26-13.png"/><Relationship Id="rId14" Type="http://schemas.openxmlformats.org/officeDocument/2006/relationships/slideLayout" Target="../slideLayouts/slideLayout1.xml"/><Relationship Id="rId1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1E85"/>
          </a:solidFill>
          <a:ln/>
        </p:spPr>
      </p:sp>
      <p:sp>
        <p:nvSpPr>
          <p:cNvPr id="3" name="Text 1"/>
          <p:cNvSpPr/>
          <p:nvPr/>
        </p:nvSpPr>
        <p:spPr>
          <a:xfrm>
            <a:off x="571500" y="671513"/>
            <a:ext cx="4510088" cy="1466850"/>
          </a:xfrm>
          <a:prstGeom prst="rect">
            <a:avLst/>
          </a:prstGeom>
          <a:noFill/>
          <a:ln/>
        </p:spPr>
        <p:txBody>
          <a:bodyPr wrap="square" lIns="0" tIns="0" rIns="0" bIns="0" rtlCol="0" anchor="ctr"/>
          <a:lstStyle/>
          <a:p>
            <a:pPr algn="l" indent="0" marL="0">
              <a:lnSpc>
                <a:spcPts val="5272"/>
              </a:lnSpc>
              <a:buNone/>
            </a:pPr>
            <a:r>
              <a:rPr lang="en-US" sz="5272" spc="-53" kern="0" dirty="0">
                <a:solidFill>
                  <a:srgbClr val="FFF2F5">
                    <a:alpha val="99000"/>
                  </a:srgbClr>
                </a:solidFill>
                <a:latin typeface="Archivo Variable" pitchFamily="34" charset="0"/>
                <a:ea typeface="Archivo Variable" pitchFamily="34" charset="-122"/>
                <a:cs typeface="Archivo Variable" pitchFamily="34" charset="-120"/>
              </a:rPr>
              <a:t>Brand Guidelines</a:t>
            </a:r>
            <a:endParaRPr lang="en-US" sz="5272" dirty="0"/>
          </a:p>
        </p:txBody>
      </p:sp>
      <p:sp>
        <p:nvSpPr>
          <p:cNvPr id="4" name="Text 2"/>
          <p:cNvSpPr/>
          <p:nvPr/>
        </p:nvSpPr>
        <p:spPr>
          <a:xfrm>
            <a:off x="571500" y="2381250"/>
            <a:ext cx="2481263" cy="361950"/>
          </a:xfrm>
          <a:prstGeom prst="rect">
            <a:avLst/>
          </a:prstGeom>
          <a:noFill/>
          <a:ln/>
        </p:spPr>
        <p:txBody>
          <a:bodyPr wrap="square" lIns="0" tIns="0" rIns="0" bIns="0" rtlCol="0" anchor="ctr"/>
          <a:lstStyle/>
          <a:p>
            <a:pPr algn="l" indent="0" marL="0">
              <a:lnSpc>
                <a:spcPts val="2759"/>
              </a:lnSpc>
              <a:buNone/>
            </a:pPr>
            <a:r>
              <a:rPr lang="en-US" sz="2280" dirty="0">
                <a:solidFill>
                  <a:srgbClr val="FFF2F5">
                    <a:alpha val="99000"/>
                  </a:srgbClr>
                </a:solidFill>
                <a:latin typeface="Inter" pitchFamily="34" charset="0"/>
                <a:ea typeface="Inter" pitchFamily="34" charset="-122"/>
                <a:cs typeface="Inter" pitchFamily="34" charset="-120"/>
              </a:rPr>
              <a:t>2026 – Version 1</a:t>
            </a:r>
            <a:endParaRPr lang="en-US" sz="2280" dirty="0"/>
          </a:p>
        </p:txBody>
      </p:sp>
      <p:pic>
        <p:nvPicPr>
          <p:cNvPr id="5" name="Image 0" descr="preencoded.png">    </p:cNvPr>
          <p:cNvPicPr>
            <a:picLocks noChangeAspect="1"/>
          </p:cNvPicPr>
          <p:nvPr/>
        </p:nvPicPr>
        <p:blipFill>
          <a:blip r:embed="rId1"/>
          <a:srcRect l="0" r="0" t="0" b="0"/>
          <a:stretch/>
        </p:blipFill>
        <p:spPr>
          <a:xfrm>
            <a:off x="571500" y="3786188"/>
            <a:ext cx="2076450" cy="476250"/>
          </a:xfrm>
          <a:prstGeom prst="rect">
            <a:avLst/>
          </a:prstGeom>
        </p:spPr>
      </p:pic>
      <p:pic>
        <p:nvPicPr>
          <p:cNvPr id="6" name="Image 1" descr="preencoded.png">    </p:cNvPr>
          <p:cNvPicPr>
            <a:picLocks noChangeAspect="1"/>
          </p:cNvPicPr>
          <p:nvPr/>
        </p:nvPicPr>
        <p:blipFill>
          <a:blip r:embed="rId2"/>
          <a:srcRect l="0" r="0" t="0" b="0"/>
          <a:stretch/>
        </p:blipFill>
        <p:spPr>
          <a:xfrm>
            <a:off x="4572000" y="0"/>
            <a:ext cx="4572000" cy="51339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C1E85"/>
        </a:solidFill>
      </p:bgPr>
    </p:bg>
    <p:spTree>
      <p:nvGrpSpPr>
        <p:cNvPr id="1" name=""/>
        <p:cNvGrpSpPr/>
        <p:nvPr/>
      </p:nvGrpSpPr>
      <p:grpSpPr>
        <a:xfrm>
          <a:off x="0" y="0"/>
          <a:ext cx="0" cy="0"/>
          <a:chOff x="0" y="0"/>
          <a:chExt cx="0" cy="0"/>
        </a:xfrm>
      </p:grpSpPr>
      <p:sp>
        <p:nvSpPr>
          <p:cNvPr id="2" name="Text 0"/>
          <p:cNvSpPr/>
          <p:nvPr/>
        </p:nvSpPr>
        <p:spPr>
          <a:xfrm>
            <a:off x="571500" y="3609975"/>
            <a:ext cx="4510088" cy="857250"/>
          </a:xfrm>
          <a:prstGeom prst="rect">
            <a:avLst/>
          </a:prstGeom>
          <a:noFill/>
          <a:ln/>
        </p:spPr>
        <p:txBody>
          <a:bodyPr wrap="square" lIns="0" tIns="0" rIns="0" bIns="0" rtlCol="0" anchor="ctr"/>
          <a:lstStyle/>
          <a:p>
            <a:pPr algn="l" indent="0" marL="0">
              <a:lnSpc>
                <a:spcPts val="6413"/>
              </a:lnSpc>
              <a:buNone/>
            </a:pPr>
            <a:r>
              <a:rPr lang="en-US" sz="6413" spc="-64" kern="0" dirty="0">
                <a:solidFill>
                  <a:srgbClr val="FFF2F5">
                    <a:alpha val="99000"/>
                  </a:srgbClr>
                </a:solidFill>
                <a:latin typeface="Archivo Variable" pitchFamily="34" charset="0"/>
                <a:ea typeface="Archivo Variable" pitchFamily="34" charset="-122"/>
                <a:cs typeface="Archivo Variable" pitchFamily="34" charset="-120"/>
              </a:rPr>
              <a:t>Logo</a:t>
            </a:r>
            <a:endParaRPr lang="en-US" sz="6413" dirty="0"/>
          </a:p>
        </p:txBody>
      </p:sp>
      <p:sp>
        <p:nvSpPr>
          <p:cNvPr id="3" name="Text 1"/>
          <p:cNvSpPr/>
          <p:nvPr/>
        </p:nvSpPr>
        <p:spPr>
          <a:xfrm>
            <a:off x="4062412" y="3609975"/>
            <a:ext cx="4510088" cy="857250"/>
          </a:xfrm>
          <a:prstGeom prst="rect">
            <a:avLst/>
          </a:prstGeom>
          <a:noFill/>
          <a:ln/>
        </p:spPr>
        <p:txBody>
          <a:bodyPr wrap="square" lIns="0" tIns="0" rIns="0" bIns="0" rtlCol="0" anchor="ctr"/>
          <a:lstStyle/>
          <a:p>
            <a:pPr algn="r" indent="0" marL="0">
              <a:lnSpc>
                <a:spcPts val="6413"/>
              </a:lnSpc>
              <a:buNone/>
            </a:pPr>
            <a:r>
              <a:rPr lang="en-US" sz="6413" spc="-64" kern="0" dirty="0">
                <a:solidFill>
                  <a:srgbClr val="FFF2F5">
                    <a:alpha val="99000"/>
                  </a:srgbClr>
                </a:solidFill>
                <a:latin typeface="Archivo Variable" pitchFamily="34" charset="0"/>
                <a:ea typeface="Archivo Variable" pitchFamily="34" charset="-122"/>
                <a:cs typeface="Archivo Variable" pitchFamily="34" charset="-120"/>
              </a:rPr>
              <a:t>01</a:t>
            </a:r>
            <a:endParaRPr lang="en-US" sz="6413" dirty="0"/>
          </a:p>
        </p:txBody>
      </p:sp>
      <p:pic>
        <p:nvPicPr>
          <p:cNvPr id="4" name="Image 0" descr="preencoded.png">    </p:cNvPr>
          <p:cNvPicPr>
            <a:picLocks noChangeAspect="1"/>
          </p:cNvPicPr>
          <p:nvPr/>
        </p:nvPicPr>
        <p:blipFill>
          <a:blip r:embed="rId1"/>
          <a:srcRect l="0" r="0" t="0" b="0"/>
          <a:stretch/>
        </p:blipFill>
        <p:spPr>
          <a:xfrm>
            <a:off x="571500" y="285750"/>
            <a:ext cx="8001000" cy="457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0" y="0"/>
            <a:ext cx="4572000" cy="5143500"/>
          </a:xfrm>
          <a:prstGeom prst="rect">
            <a:avLst/>
          </a:prstGeom>
          <a:solidFill>
            <a:srgbClr val="1C1E85"/>
          </a:solidFill>
          <a:ln/>
        </p:spPr>
      </p:sp>
      <p:pic>
        <p:nvPicPr>
          <p:cNvPr id="3" name="Image 0" descr="preencoded.png">    </p:cNvPr>
          <p:cNvPicPr>
            <a:picLocks noChangeAspect="1"/>
          </p:cNvPicPr>
          <p:nvPr/>
        </p:nvPicPr>
        <p:blipFill>
          <a:blip r:embed="rId1"/>
          <a:srcRect l="0" r="0" t="0" b="0"/>
          <a:stretch/>
        </p:blipFill>
        <p:spPr>
          <a:xfrm>
            <a:off x="5505450" y="2319338"/>
            <a:ext cx="2705100" cy="619125"/>
          </a:xfrm>
          <a:prstGeom prst="rect">
            <a:avLst/>
          </a:prstGeom>
        </p:spPr>
      </p:pic>
      <p:sp>
        <p:nvSpPr>
          <p:cNvPr id="4" name="Shape 1"/>
          <p:cNvSpPr/>
          <p:nvPr/>
        </p:nvSpPr>
        <p:spPr>
          <a:xfrm>
            <a:off x="0" y="0"/>
            <a:ext cx="4572000" cy="5143500"/>
          </a:xfrm>
          <a:prstGeom prst="rect">
            <a:avLst/>
          </a:prstGeom>
          <a:solidFill>
            <a:srgbClr val="FFF2F5"/>
          </a:solidFill>
          <a:ln/>
        </p:spPr>
      </p:sp>
      <p:pic>
        <p:nvPicPr>
          <p:cNvPr id="5" name="Image 1" descr="preencoded.png">    </p:cNvPr>
          <p:cNvPicPr>
            <a:picLocks noChangeAspect="1"/>
          </p:cNvPicPr>
          <p:nvPr/>
        </p:nvPicPr>
        <p:blipFill>
          <a:blip r:embed="rId2"/>
          <a:srcRect l="0" r="0" t="0" b="0"/>
          <a:stretch/>
        </p:blipFill>
        <p:spPr>
          <a:xfrm>
            <a:off x="933450" y="2319338"/>
            <a:ext cx="2705100" cy="619125"/>
          </a:xfrm>
          <a:prstGeom prst="rect">
            <a:avLst/>
          </a:prstGeom>
        </p:spPr>
      </p:pic>
      <p:pic>
        <p:nvPicPr>
          <p:cNvPr id="6" name="Image 2" descr="preencoded.png">    </p:cNvPr>
          <p:cNvPicPr>
            <a:picLocks noChangeAspect="1"/>
          </p:cNvPicPr>
          <p:nvPr/>
        </p:nvPicPr>
        <p:blipFill>
          <a:blip r:embed="rId3"/>
          <a:srcRect l="0" r="0" t="0" b="0"/>
          <a:stretch/>
        </p:blipFill>
        <p:spPr>
          <a:xfrm>
            <a:off x="571500" y="285750"/>
            <a:ext cx="8001000" cy="457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2F5"/>
        </a:solidFill>
      </p:bgPr>
    </p:bg>
    <p:spTree>
      <p:nvGrpSpPr>
        <p:cNvPr id="1" name=""/>
        <p:cNvGrpSpPr/>
        <p:nvPr/>
      </p:nvGrpSpPr>
      <p:grpSpPr>
        <a:xfrm>
          <a:off x="0" y="0"/>
          <a:ext cx="0" cy="0"/>
          <a:chOff x="0" y="0"/>
          <a:chExt cx="0" cy="0"/>
        </a:xfrm>
      </p:grpSpPr>
      <p:sp>
        <p:nvSpPr>
          <p:cNvPr id="2" name="Shape 0"/>
          <p:cNvSpPr/>
          <p:nvPr/>
        </p:nvSpPr>
        <p:spPr>
          <a:xfrm>
            <a:off x="4572000" y="0"/>
            <a:ext cx="4572000" cy="5143500"/>
          </a:xfrm>
          <a:prstGeom prst="rect">
            <a:avLst/>
          </a:prstGeom>
          <a:solidFill>
            <a:srgbClr val="1C1E85"/>
          </a:solidFill>
          <a:ln/>
        </p:spPr>
      </p:sp>
      <p:sp>
        <p:nvSpPr>
          <p:cNvPr id="3" name="Shape 1"/>
          <p:cNvSpPr/>
          <p:nvPr/>
        </p:nvSpPr>
        <p:spPr>
          <a:xfrm>
            <a:off x="5267325" y="2019300"/>
            <a:ext cx="3181350" cy="1100138"/>
          </a:xfrm>
          <a:prstGeom prst="rect">
            <a:avLst/>
          </a:prstGeom>
          <a:noFill/>
          <a:ln w="9049">
            <a:solidFill>
              <a:srgbClr val="768FFF"/>
            </a:solidFill>
            <a:prstDash val="solid"/>
          </a:ln>
        </p:spPr>
      </p:sp>
      <p:pic>
        <p:nvPicPr>
          <p:cNvPr id="4" name="Image 0" descr="preencoded.png">    </p:cNvPr>
          <p:cNvPicPr>
            <a:picLocks noChangeAspect="1"/>
          </p:cNvPicPr>
          <p:nvPr/>
        </p:nvPicPr>
        <p:blipFill>
          <a:blip r:embed="rId1"/>
          <a:srcRect l="0" r="0" t="0" b="0"/>
          <a:stretch/>
        </p:blipFill>
        <p:spPr>
          <a:xfrm>
            <a:off x="5505450" y="2262188"/>
            <a:ext cx="2724150" cy="638175"/>
          </a:xfrm>
          <a:prstGeom prst="rect">
            <a:avLst/>
          </a:prstGeom>
        </p:spPr>
      </p:pic>
      <p:sp>
        <p:nvSpPr>
          <p:cNvPr id="5" name="Shape 2"/>
          <p:cNvSpPr/>
          <p:nvPr/>
        </p:nvSpPr>
        <p:spPr>
          <a:xfrm>
            <a:off x="8210550" y="2019300"/>
            <a:ext cx="238125" cy="1100138"/>
          </a:xfrm>
          <a:prstGeom prst="rect">
            <a:avLst/>
          </a:prstGeom>
          <a:noFill/>
          <a:ln w="9049">
            <a:solidFill>
              <a:srgbClr val="768FFF"/>
            </a:solidFill>
            <a:prstDash val="solid"/>
          </a:ln>
        </p:spPr>
      </p:sp>
      <p:pic>
        <p:nvPicPr>
          <p:cNvPr id="6" name="Image 1" descr="preencoded.png">    </p:cNvPr>
          <p:cNvPicPr>
            <a:picLocks noChangeAspect="1"/>
          </p:cNvPicPr>
          <p:nvPr/>
        </p:nvPicPr>
        <p:blipFill>
          <a:blip r:embed="rId2"/>
          <a:srcRect l="0" r="0" t="0" b="0"/>
          <a:stretch/>
        </p:blipFill>
        <p:spPr>
          <a:xfrm>
            <a:off x="8210550" y="2019300"/>
            <a:ext cx="238125" cy="242888"/>
          </a:xfrm>
          <a:prstGeom prst="rect">
            <a:avLst/>
          </a:prstGeom>
        </p:spPr>
      </p:pic>
      <p:pic>
        <p:nvPicPr>
          <p:cNvPr id="7" name="Image 2" descr="preencoded.png">    </p:cNvPr>
          <p:cNvPicPr>
            <a:picLocks noChangeAspect="1"/>
          </p:cNvPicPr>
          <p:nvPr/>
        </p:nvPicPr>
        <p:blipFill>
          <a:blip r:embed="rId3"/>
          <a:srcRect l="0" r="0" t="0" b="0"/>
          <a:stretch/>
        </p:blipFill>
        <p:spPr>
          <a:xfrm>
            <a:off x="8210550" y="2881313"/>
            <a:ext cx="238125" cy="238125"/>
          </a:xfrm>
          <a:prstGeom prst="rect">
            <a:avLst/>
          </a:prstGeom>
        </p:spPr>
      </p:pic>
      <p:pic>
        <p:nvPicPr>
          <p:cNvPr id="8" name="Image 3" descr="preencoded.png">    </p:cNvPr>
          <p:cNvPicPr>
            <a:picLocks noChangeAspect="1"/>
          </p:cNvPicPr>
          <p:nvPr/>
        </p:nvPicPr>
        <p:blipFill>
          <a:blip r:embed="rId4"/>
          <a:srcRect l="0" r="0" t="0" b="0"/>
          <a:stretch/>
        </p:blipFill>
        <p:spPr>
          <a:xfrm>
            <a:off x="5267325" y="2019300"/>
            <a:ext cx="238125" cy="242888"/>
          </a:xfrm>
          <a:prstGeom prst="rect">
            <a:avLst/>
          </a:prstGeom>
        </p:spPr>
      </p:pic>
      <p:pic>
        <p:nvPicPr>
          <p:cNvPr id="9" name="Image 4" descr="preencoded.png">    </p:cNvPr>
          <p:cNvPicPr>
            <a:picLocks noChangeAspect="1"/>
          </p:cNvPicPr>
          <p:nvPr/>
        </p:nvPicPr>
        <p:blipFill>
          <a:blip r:embed="rId5"/>
          <a:srcRect l="0" r="0" t="0" b="0"/>
          <a:stretch/>
        </p:blipFill>
        <p:spPr>
          <a:xfrm>
            <a:off x="5267325" y="2881313"/>
            <a:ext cx="238125" cy="238125"/>
          </a:xfrm>
          <a:prstGeom prst="rect">
            <a:avLst/>
          </a:prstGeom>
        </p:spPr>
      </p:pic>
      <p:pic>
        <p:nvPicPr>
          <p:cNvPr id="10" name="Image 5" descr="preencoded.png">    </p:cNvPr>
          <p:cNvPicPr>
            <a:picLocks noChangeAspect="1"/>
          </p:cNvPicPr>
          <p:nvPr/>
        </p:nvPicPr>
        <p:blipFill>
          <a:blip r:embed="rId6"/>
          <a:srcRect l="0" r="0" t="0" b="0"/>
          <a:stretch/>
        </p:blipFill>
        <p:spPr>
          <a:xfrm>
            <a:off x="914400" y="2505075"/>
            <a:ext cx="304800" cy="447675"/>
          </a:xfrm>
          <a:prstGeom prst="rect">
            <a:avLst/>
          </a:prstGeom>
        </p:spPr>
      </p:pic>
      <p:pic>
        <p:nvPicPr>
          <p:cNvPr id="11" name="Image 6" descr="preencoded.png">    </p:cNvPr>
          <p:cNvPicPr>
            <a:picLocks noChangeAspect="1"/>
          </p:cNvPicPr>
          <p:nvPr/>
        </p:nvPicPr>
        <p:blipFill>
          <a:blip r:embed="rId7"/>
          <a:srcRect l="0" r="0" t="0" b="0"/>
          <a:stretch/>
        </p:blipFill>
        <p:spPr>
          <a:xfrm>
            <a:off x="1957388" y="2614613"/>
            <a:ext cx="152400" cy="223838"/>
          </a:xfrm>
          <a:prstGeom prst="rect">
            <a:avLst/>
          </a:prstGeom>
        </p:spPr>
      </p:pic>
      <p:sp>
        <p:nvSpPr>
          <p:cNvPr id="12" name="Text 3"/>
          <p:cNvSpPr/>
          <p:nvPr/>
        </p:nvSpPr>
        <p:spPr>
          <a:xfrm>
            <a:off x="619125" y="1000125"/>
            <a:ext cx="2781300" cy="1233488"/>
          </a:xfrm>
          <a:prstGeom prst="rect">
            <a:avLst/>
          </a:prstGeom>
          <a:noFill/>
          <a:ln/>
        </p:spPr>
        <p:txBody>
          <a:bodyPr wrap="square" lIns="0" tIns="0" rIns="0" bIns="0" rtlCol="0" anchor="ctr"/>
          <a:lstStyle/>
          <a:p>
            <a:pPr algn="l" indent="0" marL="0">
              <a:lnSpc>
                <a:spcPts val="1425"/>
              </a:lnSpc>
              <a:buNone/>
            </a:pPr>
            <a:r>
              <a:rPr lang="en-US" sz="1140" spc="-11" kern="0" dirty="0">
                <a:solidFill>
                  <a:srgbClr val="1E125E">
                    <a:alpha val="99000"/>
                  </a:srgbClr>
                </a:solidFill>
                <a:latin typeface="Inter" pitchFamily="34" charset="0"/>
                <a:ea typeface="Inter" pitchFamily="34" charset="-122"/>
                <a:cs typeface="Inter" pitchFamily="34" charset="-120"/>
              </a:rPr>
              <a:t>Primary logo clearspace is defined by the JotPsych helix logomark (x)/2.</a:t>
            </a:r>
            <a:endParaRPr lang="en-US" sz="1140" dirty="0"/>
          </a:p>
          <a:p>
            <a:pPr algn="l" indent="0" marL="0">
              <a:lnSpc>
                <a:spcPts val="1425"/>
              </a:lnSpc>
              <a:buNone/>
            </a:pPr>
            <a:r>
              <a:rPr lang="en-US" sz="1140" spc="-11" kern="0" dirty="0">
                <a:solidFill>
                  <a:srgbClr val="1E125E">
                    <a:alpha val="99000"/>
                  </a:srgbClr>
                </a:solidFill>
                <a:latin typeface="Inter" pitchFamily="34" charset="0"/>
                <a:ea typeface="Inter" pitchFamily="34" charset="-122"/>
                <a:cs typeface="Inter" pitchFamily="34" charset="-120"/>
              </a:rPr>
              <a:t>This is the minimum amount of space required to avoid conflicts with other elements and legibility issues.</a:t>
            </a:r>
            <a:endParaRPr lang="en-US" sz="1140" dirty="0"/>
          </a:p>
        </p:txBody>
      </p:sp>
      <p:sp>
        <p:nvSpPr>
          <p:cNvPr id="13" name="Text 4"/>
          <p:cNvSpPr/>
          <p:nvPr/>
        </p:nvSpPr>
        <p:spPr>
          <a:xfrm>
            <a:off x="1362075" y="2614613"/>
            <a:ext cx="223838" cy="223838"/>
          </a:xfrm>
          <a:prstGeom prst="rect">
            <a:avLst/>
          </a:prstGeom>
          <a:noFill/>
          <a:ln/>
        </p:spPr>
        <p:txBody>
          <a:bodyPr wrap="square" lIns="0" tIns="0" rIns="0" bIns="0" rtlCol="0" anchor="ctr"/>
          <a:lstStyle/>
          <a:p>
            <a:pPr algn="ctr" indent="0" marL="0">
              <a:lnSpc>
                <a:spcPts val="1425"/>
              </a:lnSpc>
              <a:buNone/>
            </a:pPr>
            <a:r>
              <a:rPr lang="en-US" sz="1140" spc="-11" kern="0" dirty="0">
                <a:solidFill>
                  <a:srgbClr val="0B0B0B">
                    <a:alpha val="99000"/>
                  </a:srgbClr>
                </a:solidFill>
                <a:latin typeface="Inter Tight" pitchFamily="34" charset="0"/>
                <a:ea typeface="Inter Tight" pitchFamily="34" charset="-122"/>
                <a:cs typeface="Inter Tight" pitchFamily="34" charset="-120"/>
              </a:rPr>
              <a:t>= x</a:t>
            </a:r>
            <a:endParaRPr lang="en-US" sz="1140" dirty="0"/>
          </a:p>
        </p:txBody>
      </p:sp>
      <p:sp>
        <p:nvSpPr>
          <p:cNvPr id="14" name="Text 5"/>
          <p:cNvSpPr/>
          <p:nvPr/>
        </p:nvSpPr>
        <p:spPr>
          <a:xfrm>
            <a:off x="2190750" y="2614613"/>
            <a:ext cx="371475" cy="223838"/>
          </a:xfrm>
          <a:prstGeom prst="rect">
            <a:avLst/>
          </a:prstGeom>
          <a:noFill/>
          <a:ln/>
        </p:spPr>
        <p:txBody>
          <a:bodyPr wrap="square" lIns="0" tIns="0" rIns="0" bIns="0" rtlCol="0" anchor="ctr"/>
          <a:lstStyle/>
          <a:p>
            <a:pPr algn="ctr" indent="0" marL="0">
              <a:lnSpc>
                <a:spcPts val="1425"/>
              </a:lnSpc>
              <a:buNone/>
            </a:pPr>
            <a:r>
              <a:rPr lang="en-US" sz="1140" spc="-11" kern="0" dirty="0">
                <a:solidFill>
                  <a:srgbClr val="0B0B0B">
                    <a:alpha val="99000"/>
                  </a:srgbClr>
                </a:solidFill>
                <a:latin typeface="Inter Tight" pitchFamily="34" charset="0"/>
                <a:ea typeface="Inter Tight" pitchFamily="34" charset="-122"/>
                <a:cs typeface="Inter Tight" pitchFamily="34" charset="-120"/>
              </a:rPr>
              <a:t>= x/2</a:t>
            </a:r>
            <a:endParaRPr lang="en-US" sz="1140" dirty="0"/>
          </a:p>
        </p:txBody>
      </p:sp>
      <p:pic>
        <p:nvPicPr>
          <p:cNvPr id="15" name="Image 7" descr="preencoded.png">    </p:cNvPr>
          <p:cNvPicPr>
            <a:picLocks noChangeAspect="1"/>
          </p:cNvPicPr>
          <p:nvPr/>
        </p:nvPicPr>
        <p:blipFill>
          <a:blip r:embed="rId8"/>
          <a:srcRect l="0" r="0" t="0" b="0"/>
          <a:stretch/>
        </p:blipFill>
        <p:spPr>
          <a:xfrm>
            <a:off x="571500" y="285750"/>
            <a:ext cx="8001000" cy="457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2F5"/>
          </a:solidFill>
          <a:ln/>
        </p:spPr>
      </p:sp>
      <p:sp>
        <p:nvSpPr>
          <p:cNvPr id="3" name="Shape 1"/>
          <p:cNvSpPr/>
          <p:nvPr/>
        </p:nvSpPr>
        <p:spPr>
          <a:xfrm>
            <a:off x="4572000" y="0"/>
            <a:ext cx="4572000" cy="5143500"/>
          </a:xfrm>
          <a:prstGeom prst="rect">
            <a:avLst/>
          </a:prstGeom>
          <a:solidFill>
            <a:srgbClr val="1C1E85"/>
          </a:solidFill>
          <a:ln/>
        </p:spPr>
      </p:sp>
      <p:pic>
        <p:nvPicPr>
          <p:cNvPr id="4" name="Image 0" descr="preencoded.png">    </p:cNvPr>
          <p:cNvPicPr>
            <a:picLocks noChangeAspect="1"/>
          </p:cNvPicPr>
          <p:nvPr/>
        </p:nvPicPr>
        <p:blipFill>
          <a:blip r:embed="rId1"/>
          <a:srcRect l="0" r="0" t="0" b="0"/>
          <a:stretch/>
        </p:blipFill>
        <p:spPr>
          <a:xfrm>
            <a:off x="5505450" y="2195513"/>
            <a:ext cx="2705100" cy="747713"/>
          </a:xfrm>
          <a:prstGeom prst="rect">
            <a:avLst/>
          </a:prstGeom>
        </p:spPr>
      </p:pic>
      <p:sp>
        <p:nvSpPr>
          <p:cNvPr id="5" name="Shape 2"/>
          <p:cNvSpPr/>
          <p:nvPr/>
        </p:nvSpPr>
        <p:spPr>
          <a:xfrm>
            <a:off x="0" y="0"/>
            <a:ext cx="4572000" cy="5143500"/>
          </a:xfrm>
          <a:prstGeom prst="rect">
            <a:avLst/>
          </a:prstGeom>
          <a:solidFill>
            <a:srgbClr val="FFF2F5"/>
          </a:solidFill>
          <a:ln/>
        </p:spPr>
      </p:sp>
      <p:pic>
        <p:nvPicPr>
          <p:cNvPr id="6" name="Image 1" descr="preencoded.png">    </p:cNvPr>
          <p:cNvPicPr>
            <a:picLocks noChangeAspect="1"/>
          </p:cNvPicPr>
          <p:nvPr/>
        </p:nvPicPr>
        <p:blipFill>
          <a:blip r:embed="rId2"/>
          <a:srcRect l="0" r="0" t="0" b="0"/>
          <a:stretch/>
        </p:blipFill>
        <p:spPr>
          <a:xfrm>
            <a:off x="933450" y="2195513"/>
            <a:ext cx="2705100" cy="747713"/>
          </a:xfrm>
          <a:prstGeom prst="rect">
            <a:avLst/>
          </a:prstGeom>
        </p:spPr>
      </p:pic>
      <p:pic>
        <p:nvPicPr>
          <p:cNvPr id="7" name="Image 2" descr="preencoded.png">    </p:cNvPr>
          <p:cNvPicPr>
            <a:picLocks noChangeAspect="1"/>
          </p:cNvPicPr>
          <p:nvPr/>
        </p:nvPicPr>
        <p:blipFill>
          <a:blip r:embed="rId3"/>
          <a:srcRect l="0" r="0" t="0" b="0"/>
          <a:stretch/>
        </p:blipFill>
        <p:spPr>
          <a:xfrm>
            <a:off x="571500" y="285750"/>
            <a:ext cx="8001000" cy="4572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2F5"/>
          </a:solidFill>
          <a:ln/>
        </p:spPr>
      </p:sp>
      <p:sp>
        <p:nvSpPr>
          <p:cNvPr id="3" name="Shape 1"/>
          <p:cNvSpPr/>
          <p:nvPr/>
        </p:nvSpPr>
        <p:spPr>
          <a:xfrm>
            <a:off x="4572000" y="0"/>
            <a:ext cx="4572000" cy="5143500"/>
          </a:xfrm>
          <a:prstGeom prst="rect">
            <a:avLst/>
          </a:prstGeom>
          <a:solidFill>
            <a:srgbClr val="1C1E85"/>
          </a:solidFill>
          <a:ln/>
        </p:spPr>
      </p:sp>
      <p:sp>
        <p:nvSpPr>
          <p:cNvPr id="4" name="Shape 2"/>
          <p:cNvSpPr/>
          <p:nvPr/>
        </p:nvSpPr>
        <p:spPr>
          <a:xfrm>
            <a:off x="5491163" y="2019300"/>
            <a:ext cx="2728913" cy="1100138"/>
          </a:xfrm>
          <a:prstGeom prst="rect">
            <a:avLst/>
          </a:prstGeom>
          <a:noFill/>
          <a:ln w="9049">
            <a:solidFill>
              <a:srgbClr val="768FFF"/>
            </a:solidFill>
            <a:prstDash val="solid"/>
          </a:ln>
        </p:spPr>
      </p:sp>
      <p:pic>
        <p:nvPicPr>
          <p:cNvPr id="5" name="Image 0" descr="preencoded.png">    </p:cNvPr>
          <p:cNvPicPr>
            <a:picLocks noChangeAspect="1"/>
          </p:cNvPicPr>
          <p:nvPr/>
        </p:nvPicPr>
        <p:blipFill>
          <a:blip r:embed="rId1"/>
          <a:srcRect l="0" r="0" t="0" b="0"/>
          <a:stretch/>
        </p:blipFill>
        <p:spPr>
          <a:xfrm>
            <a:off x="5729288" y="2262188"/>
            <a:ext cx="2269750" cy="638175"/>
          </a:xfrm>
          <a:prstGeom prst="rect">
            <a:avLst/>
          </a:prstGeom>
        </p:spPr>
      </p:pic>
      <p:sp>
        <p:nvSpPr>
          <p:cNvPr id="6" name="Shape 3"/>
          <p:cNvSpPr/>
          <p:nvPr/>
        </p:nvSpPr>
        <p:spPr>
          <a:xfrm>
            <a:off x="7981950" y="2019300"/>
            <a:ext cx="238125" cy="1100138"/>
          </a:xfrm>
          <a:prstGeom prst="rect">
            <a:avLst/>
          </a:prstGeom>
          <a:noFill/>
          <a:ln w="9049">
            <a:solidFill>
              <a:srgbClr val="768FFF"/>
            </a:solidFill>
            <a:prstDash val="solid"/>
          </a:ln>
        </p:spPr>
      </p:sp>
      <p:pic>
        <p:nvPicPr>
          <p:cNvPr id="7" name="Image 1" descr="preencoded.png">    </p:cNvPr>
          <p:cNvPicPr>
            <a:picLocks noChangeAspect="1"/>
          </p:cNvPicPr>
          <p:nvPr/>
        </p:nvPicPr>
        <p:blipFill>
          <a:blip r:embed="rId2"/>
          <a:srcRect l="0" r="0" t="0" b="0"/>
          <a:stretch/>
        </p:blipFill>
        <p:spPr>
          <a:xfrm>
            <a:off x="7981950" y="2019300"/>
            <a:ext cx="238125" cy="242888"/>
          </a:xfrm>
          <a:prstGeom prst="rect">
            <a:avLst/>
          </a:prstGeom>
        </p:spPr>
      </p:pic>
      <p:pic>
        <p:nvPicPr>
          <p:cNvPr id="8" name="Image 2" descr="preencoded.png">    </p:cNvPr>
          <p:cNvPicPr>
            <a:picLocks noChangeAspect="1"/>
          </p:cNvPicPr>
          <p:nvPr/>
        </p:nvPicPr>
        <p:blipFill>
          <a:blip r:embed="rId3"/>
          <a:srcRect l="0" r="0" t="0" b="0"/>
          <a:stretch/>
        </p:blipFill>
        <p:spPr>
          <a:xfrm>
            <a:off x="7981950" y="2881313"/>
            <a:ext cx="238125" cy="238125"/>
          </a:xfrm>
          <a:prstGeom prst="rect">
            <a:avLst/>
          </a:prstGeom>
        </p:spPr>
      </p:pic>
      <p:pic>
        <p:nvPicPr>
          <p:cNvPr id="9" name="Image 3" descr="preencoded.png">    </p:cNvPr>
          <p:cNvPicPr>
            <a:picLocks noChangeAspect="1"/>
          </p:cNvPicPr>
          <p:nvPr/>
        </p:nvPicPr>
        <p:blipFill>
          <a:blip r:embed="rId4"/>
          <a:srcRect l="0" r="0" t="0" b="0"/>
          <a:stretch/>
        </p:blipFill>
        <p:spPr>
          <a:xfrm>
            <a:off x="5491163" y="2019300"/>
            <a:ext cx="238125" cy="242888"/>
          </a:xfrm>
          <a:prstGeom prst="rect">
            <a:avLst/>
          </a:prstGeom>
        </p:spPr>
      </p:pic>
      <p:pic>
        <p:nvPicPr>
          <p:cNvPr id="10" name="Image 4" descr="preencoded.png">    </p:cNvPr>
          <p:cNvPicPr>
            <a:picLocks noChangeAspect="1"/>
          </p:cNvPicPr>
          <p:nvPr/>
        </p:nvPicPr>
        <p:blipFill>
          <a:blip r:embed="rId5"/>
          <a:srcRect l="0" r="0" t="0" b="0"/>
          <a:stretch/>
        </p:blipFill>
        <p:spPr>
          <a:xfrm>
            <a:off x="5491163" y="2881313"/>
            <a:ext cx="238125" cy="238125"/>
          </a:xfrm>
          <a:prstGeom prst="rect">
            <a:avLst/>
          </a:prstGeom>
        </p:spPr>
      </p:pic>
      <p:pic>
        <p:nvPicPr>
          <p:cNvPr id="11" name="Image 5" descr="preencoded.png">    </p:cNvPr>
          <p:cNvPicPr>
            <a:picLocks noChangeAspect="1"/>
          </p:cNvPicPr>
          <p:nvPr/>
        </p:nvPicPr>
        <p:blipFill>
          <a:blip r:embed="rId6"/>
          <a:srcRect l="0" r="0" t="0" b="0"/>
          <a:stretch/>
        </p:blipFill>
        <p:spPr>
          <a:xfrm>
            <a:off x="571500" y="285750"/>
            <a:ext cx="8001000" cy="457200"/>
          </a:xfrm>
          <a:prstGeom prst="rect">
            <a:avLst/>
          </a:prstGeom>
        </p:spPr>
      </p:pic>
      <p:pic>
        <p:nvPicPr>
          <p:cNvPr id="12" name="Image 6" descr="preencoded.png">    </p:cNvPr>
          <p:cNvPicPr>
            <a:picLocks noChangeAspect="1"/>
          </p:cNvPicPr>
          <p:nvPr/>
        </p:nvPicPr>
        <p:blipFill>
          <a:blip r:embed="rId7"/>
          <a:srcRect l="0" r="0" t="0" b="0"/>
          <a:stretch/>
        </p:blipFill>
        <p:spPr>
          <a:xfrm>
            <a:off x="914400" y="2505075"/>
            <a:ext cx="304800" cy="447675"/>
          </a:xfrm>
          <a:prstGeom prst="rect">
            <a:avLst/>
          </a:prstGeom>
        </p:spPr>
      </p:pic>
      <p:pic>
        <p:nvPicPr>
          <p:cNvPr id="13" name="Image 7" descr="preencoded.png">    </p:cNvPr>
          <p:cNvPicPr>
            <a:picLocks noChangeAspect="1"/>
          </p:cNvPicPr>
          <p:nvPr/>
        </p:nvPicPr>
        <p:blipFill>
          <a:blip r:embed="rId8"/>
          <a:srcRect l="0" r="0" t="0" b="0"/>
          <a:stretch/>
        </p:blipFill>
        <p:spPr>
          <a:xfrm>
            <a:off x="1957388" y="2614613"/>
            <a:ext cx="152400" cy="223838"/>
          </a:xfrm>
          <a:prstGeom prst="rect">
            <a:avLst/>
          </a:prstGeom>
        </p:spPr>
      </p:pic>
      <p:sp>
        <p:nvSpPr>
          <p:cNvPr id="14" name="Text 4"/>
          <p:cNvSpPr/>
          <p:nvPr/>
        </p:nvSpPr>
        <p:spPr>
          <a:xfrm>
            <a:off x="619125" y="1000125"/>
            <a:ext cx="2781300" cy="1233488"/>
          </a:xfrm>
          <a:prstGeom prst="rect">
            <a:avLst/>
          </a:prstGeom>
          <a:noFill/>
          <a:ln/>
        </p:spPr>
        <p:txBody>
          <a:bodyPr wrap="square" lIns="0" tIns="0" rIns="0" bIns="0" rtlCol="0" anchor="ctr"/>
          <a:lstStyle/>
          <a:p>
            <a:pPr algn="l" indent="0" marL="0">
              <a:lnSpc>
                <a:spcPts val="1425"/>
              </a:lnSpc>
              <a:buNone/>
            </a:pPr>
            <a:r>
              <a:rPr lang="en-US" sz="1140" spc="-11" kern="0" dirty="0">
                <a:solidFill>
                  <a:srgbClr val="1E125E">
                    <a:alpha val="99000"/>
                  </a:srgbClr>
                </a:solidFill>
                <a:latin typeface="Inter" pitchFamily="34" charset="0"/>
                <a:ea typeface="Inter" pitchFamily="34" charset="-122"/>
                <a:cs typeface="Inter" pitchFamily="34" charset="-120"/>
              </a:rPr>
              <a:t>Primary logo clearspace is defined by the JotPsych helix logomark (x)/2.</a:t>
            </a:r>
            <a:endParaRPr lang="en-US" sz="1140" dirty="0"/>
          </a:p>
          <a:p>
            <a:pPr algn="l" indent="0" marL="0">
              <a:lnSpc>
                <a:spcPts val="1425"/>
              </a:lnSpc>
              <a:buNone/>
            </a:pPr>
            <a:r>
              <a:rPr lang="en-US" sz="1140" spc="-11" kern="0" dirty="0">
                <a:solidFill>
                  <a:srgbClr val="1E125E">
                    <a:alpha val="99000"/>
                  </a:srgbClr>
                </a:solidFill>
                <a:latin typeface="Inter" pitchFamily="34" charset="0"/>
                <a:ea typeface="Inter" pitchFamily="34" charset="-122"/>
                <a:cs typeface="Inter" pitchFamily="34" charset="-120"/>
              </a:rPr>
              <a:t>This is the minimum amount of space required to avoid conflicts with other elements and legibility issues.</a:t>
            </a:r>
            <a:endParaRPr lang="en-US" sz="1140" dirty="0"/>
          </a:p>
        </p:txBody>
      </p:sp>
      <p:sp>
        <p:nvSpPr>
          <p:cNvPr id="15" name="Text 5"/>
          <p:cNvSpPr/>
          <p:nvPr/>
        </p:nvSpPr>
        <p:spPr>
          <a:xfrm>
            <a:off x="1362075" y="2614613"/>
            <a:ext cx="223838" cy="223838"/>
          </a:xfrm>
          <a:prstGeom prst="rect">
            <a:avLst/>
          </a:prstGeom>
          <a:noFill/>
          <a:ln/>
        </p:spPr>
        <p:txBody>
          <a:bodyPr wrap="square" lIns="0" tIns="0" rIns="0" bIns="0" rtlCol="0" anchor="ctr"/>
          <a:lstStyle/>
          <a:p>
            <a:pPr algn="ctr" indent="0" marL="0">
              <a:lnSpc>
                <a:spcPts val="1425"/>
              </a:lnSpc>
              <a:buNone/>
            </a:pPr>
            <a:r>
              <a:rPr lang="en-US" sz="1140" spc="-11" kern="0" dirty="0">
                <a:solidFill>
                  <a:srgbClr val="0B0B0B">
                    <a:alpha val="99000"/>
                  </a:srgbClr>
                </a:solidFill>
                <a:latin typeface="Inter Tight" pitchFamily="34" charset="0"/>
                <a:ea typeface="Inter Tight" pitchFamily="34" charset="-122"/>
                <a:cs typeface="Inter Tight" pitchFamily="34" charset="-120"/>
              </a:rPr>
              <a:t>= x</a:t>
            </a:r>
            <a:endParaRPr lang="en-US" sz="1140" dirty="0"/>
          </a:p>
        </p:txBody>
      </p:sp>
      <p:sp>
        <p:nvSpPr>
          <p:cNvPr id="16" name="Text 6"/>
          <p:cNvSpPr/>
          <p:nvPr/>
        </p:nvSpPr>
        <p:spPr>
          <a:xfrm>
            <a:off x="2190750" y="2614613"/>
            <a:ext cx="371475" cy="223838"/>
          </a:xfrm>
          <a:prstGeom prst="rect">
            <a:avLst/>
          </a:prstGeom>
          <a:noFill/>
          <a:ln/>
        </p:spPr>
        <p:txBody>
          <a:bodyPr wrap="square" lIns="0" tIns="0" rIns="0" bIns="0" rtlCol="0" anchor="ctr"/>
          <a:lstStyle/>
          <a:p>
            <a:pPr algn="ctr" indent="0" marL="0">
              <a:lnSpc>
                <a:spcPts val="1425"/>
              </a:lnSpc>
              <a:buNone/>
            </a:pPr>
            <a:r>
              <a:rPr lang="en-US" sz="1140" spc="-11" kern="0" dirty="0">
                <a:solidFill>
                  <a:srgbClr val="0B0B0B">
                    <a:alpha val="99000"/>
                  </a:srgbClr>
                </a:solidFill>
                <a:latin typeface="Inter Tight" pitchFamily="34" charset="0"/>
                <a:ea typeface="Inter Tight" pitchFamily="34" charset="-122"/>
                <a:cs typeface="Inter Tight" pitchFamily="34" charset="-120"/>
              </a:rPr>
              <a:t>= x/2</a:t>
            </a:r>
            <a:endParaRPr lang="en-US" sz="11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2F5"/>
        </a:solidFill>
      </p:bgPr>
    </p:bg>
    <p:spTree>
      <p:nvGrpSpPr>
        <p:cNvPr id="1" name=""/>
        <p:cNvGrpSpPr/>
        <p:nvPr/>
      </p:nvGrpSpPr>
      <p:grpSpPr>
        <a:xfrm>
          <a:off x="0" y="0"/>
          <a:ext cx="0" cy="0"/>
          <a:chOff x="0" y="0"/>
          <a:chExt cx="0" cy="0"/>
        </a:xfrm>
      </p:grpSpPr>
      <p:sp>
        <p:nvSpPr>
          <p:cNvPr id="2" name="Shape 0"/>
          <p:cNvSpPr/>
          <p:nvPr/>
        </p:nvSpPr>
        <p:spPr>
          <a:xfrm>
            <a:off x="4572000" y="0"/>
            <a:ext cx="4572000" cy="5143500"/>
          </a:xfrm>
          <a:prstGeom prst="rect">
            <a:avLst/>
          </a:prstGeom>
          <a:solidFill>
            <a:srgbClr val="1C1E85"/>
          </a:solidFill>
          <a:ln/>
        </p:spPr>
      </p:sp>
      <p:pic>
        <p:nvPicPr>
          <p:cNvPr id="3" name="Image 0" descr="preencoded.png">    </p:cNvPr>
          <p:cNvPicPr>
            <a:picLocks noChangeAspect="1"/>
          </p:cNvPicPr>
          <p:nvPr/>
        </p:nvPicPr>
        <p:blipFill>
          <a:blip r:embed="rId1"/>
          <a:srcRect l="0" r="0" t="0" b="0"/>
          <a:stretch/>
        </p:blipFill>
        <p:spPr>
          <a:xfrm>
            <a:off x="6386513" y="1862138"/>
            <a:ext cx="942975" cy="1414463"/>
          </a:xfrm>
          <a:prstGeom prst="rect">
            <a:avLst/>
          </a:prstGeom>
        </p:spPr>
      </p:pic>
      <p:sp>
        <p:nvSpPr>
          <p:cNvPr id="4" name="Text 1"/>
          <p:cNvSpPr/>
          <p:nvPr/>
        </p:nvSpPr>
        <p:spPr>
          <a:xfrm>
            <a:off x="619125" y="1000125"/>
            <a:ext cx="2781300" cy="876300"/>
          </a:xfrm>
          <a:prstGeom prst="rect">
            <a:avLst/>
          </a:prstGeom>
          <a:noFill/>
          <a:ln/>
        </p:spPr>
        <p:txBody>
          <a:bodyPr wrap="square" lIns="0" tIns="0" rIns="0" bIns="0" rtlCol="0" anchor="ctr"/>
          <a:lstStyle/>
          <a:p>
            <a:pPr algn="l" indent="0" marL="0">
              <a:lnSpc>
                <a:spcPts val="1425"/>
              </a:lnSpc>
              <a:buNone/>
            </a:pPr>
            <a:r>
              <a:rPr lang="en-US" sz="1140" spc="-11" kern="0" dirty="0">
                <a:solidFill>
                  <a:srgbClr val="1E125E">
                    <a:alpha val="99000"/>
                  </a:srgbClr>
                </a:solidFill>
                <a:latin typeface="Inter" pitchFamily="34" charset="0"/>
                <a:ea typeface="Inter" pitchFamily="34" charset="-122"/>
                <a:cs typeface="Inter" pitchFamily="34" charset="-120"/>
              </a:rPr>
              <a:t>These square logo marks can be used across social media, or as logos where the primary or secondary logo lockups face legibility issues or aren’t suitable to use.</a:t>
            </a:r>
            <a:endParaRPr lang="en-US" sz="1140" dirty="0"/>
          </a:p>
        </p:txBody>
      </p:sp>
      <p:pic>
        <p:nvPicPr>
          <p:cNvPr id="5" name="Image 1" descr="preencoded.png">    </p:cNvPr>
          <p:cNvPicPr>
            <a:picLocks noChangeAspect="1"/>
          </p:cNvPicPr>
          <p:nvPr/>
        </p:nvPicPr>
        <p:blipFill>
          <a:blip r:embed="rId2"/>
          <a:srcRect l="0" r="0" t="0" b="0"/>
          <a:stretch/>
        </p:blipFill>
        <p:spPr>
          <a:xfrm>
            <a:off x="571500" y="285750"/>
            <a:ext cx="8001000" cy="457200"/>
          </a:xfrm>
          <a:prstGeom prst="rect">
            <a:avLst/>
          </a:prstGeom>
        </p:spPr>
      </p:pic>
      <p:pic>
        <p:nvPicPr>
          <p:cNvPr id="6" name="Image 2" descr="preencoded.png">    </p:cNvPr>
          <p:cNvPicPr>
            <a:picLocks noChangeAspect="1"/>
          </p:cNvPicPr>
          <p:nvPr/>
        </p:nvPicPr>
        <p:blipFill>
          <a:blip r:embed="rId3"/>
          <a:srcRect l="0" r="0" t="0" b="0"/>
          <a:stretch/>
        </p:blipFill>
        <p:spPr>
          <a:xfrm>
            <a:off x="642938" y="2571750"/>
            <a:ext cx="1219200" cy="1219200"/>
          </a:xfrm>
          <a:prstGeom prst="rect">
            <a:avLst/>
          </a:prstGeom>
        </p:spPr>
      </p:pic>
      <p:pic>
        <p:nvPicPr>
          <p:cNvPr id="7" name="Image 3" descr="preencoded.png">    </p:cNvPr>
          <p:cNvPicPr>
            <a:picLocks noChangeAspect="1"/>
          </p:cNvPicPr>
          <p:nvPr/>
        </p:nvPicPr>
        <p:blipFill>
          <a:blip r:embed="rId4"/>
          <a:srcRect l="0" r="0" t="0" b="0"/>
          <a:stretch/>
        </p:blipFill>
        <p:spPr>
          <a:xfrm>
            <a:off x="2286000" y="2571750"/>
            <a:ext cx="1238250" cy="12382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2F5"/>
        </a:solidFill>
      </p:bgPr>
    </p:bg>
    <p:spTree>
      <p:nvGrpSpPr>
        <p:cNvPr id="1" name=""/>
        <p:cNvGrpSpPr/>
        <p:nvPr/>
      </p:nvGrpSpPr>
      <p:grpSpPr>
        <a:xfrm>
          <a:off x="0" y="0"/>
          <a:ext cx="0" cy="0"/>
          <a:chOff x="0" y="0"/>
          <a:chExt cx="0" cy="0"/>
        </a:xfrm>
      </p:grpSpPr>
      <p:sp>
        <p:nvSpPr>
          <p:cNvPr id="2" name="Shape 0"/>
          <p:cNvSpPr/>
          <p:nvPr/>
        </p:nvSpPr>
        <p:spPr>
          <a:xfrm>
            <a:off x="4572000" y="0"/>
            <a:ext cx="4572000" cy="5143500"/>
          </a:xfrm>
          <a:prstGeom prst="rect">
            <a:avLst/>
          </a:prstGeom>
          <a:solidFill>
            <a:srgbClr val="1C1E85"/>
          </a:solidFill>
          <a:ln/>
        </p:spPr>
      </p:sp>
      <p:sp>
        <p:nvSpPr>
          <p:cNvPr id="3" name="Shape 1"/>
          <p:cNvSpPr/>
          <p:nvPr/>
        </p:nvSpPr>
        <p:spPr>
          <a:xfrm>
            <a:off x="6257925" y="1971675"/>
            <a:ext cx="1200150" cy="1200150"/>
          </a:xfrm>
          <a:prstGeom prst="rect">
            <a:avLst/>
          </a:prstGeom>
          <a:noFill/>
          <a:ln w="9049">
            <a:solidFill>
              <a:srgbClr val="768FFF"/>
            </a:solidFill>
            <a:prstDash val="solid"/>
          </a:ln>
        </p:spPr>
      </p:sp>
      <p:pic>
        <p:nvPicPr>
          <p:cNvPr id="4" name="Image 0" descr="preencoded.png">    </p:cNvPr>
          <p:cNvPicPr>
            <a:picLocks noChangeAspect="1"/>
          </p:cNvPicPr>
          <p:nvPr/>
        </p:nvPicPr>
        <p:blipFill>
          <a:blip r:embed="rId1"/>
          <a:srcRect l="0" r="0" t="0" b="0"/>
          <a:stretch/>
        </p:blipFill>
        <p:spPr>
          <a:xfrm>
            <a:off x="6257925" y="2867025"/>
            <a:ext cx="304800" cy="304800"/>
          </a:xfrm>
          <a:prstGeom prst="rect">
            <a:avLst/>
          </a:prstGeom>
        </p:spPr>
      </p:pic>
      <p:pic>
        <p:nvPicPr>
          <p:cNvPr id="5" name="Image 1" descr="preencoded.png">    </p:cNvPr>
          <p:cNvPicPr>
            <a:picLocks noChangeAspect="1"/>
          </p:cNvPicPr>
          <p:nvPr/>
        </p:nvPicPr>
        <p:blipFill>
          <a:blip r:embed="rId2"/>
          <a:srcRect l="0" r="0" t="0" b="0"/>
          <a:stretch/>
        </p:blipFill>
        <p:spPr>
          <a:xfrm>
            <a:off x="6257925" y="1971675"/>
            <a:ext cx="304800" cy="304800"/>
          </a:xfrm>
          <a:prstGeom prst="rect">
            <a:avLst/>
          </a:prstGeom>
        </p:spPr>
      </p:pic>
      <p:pic>
        <p:nvPicPr>
          <p:cNvPr id="6" name="Image 2" descr="preencoded.png">    </p:cNvPr>
          <p:cNvPicPr>
            <a:picLocks noChangeAspect="1"/>
          </p:cNvPicPr>
          <p:nvPr/>
        </p:nvPicPr>
        <p:blipFill>
          <a:blip r:embed="rId3"/>
          <a:srcRect l="0" r="0" t="0" b="0"/>
          <a:stretch/>
        </p:blipFill>
        <p:spPr>
          <a:xfrm>
            <a:off x="7153275" y="1971675"/>
            <a:ext cx="304800" cy="304800"/>
          </a:xfrm>
          <a:prstGeom prst="rect">
            <a:avLst/>
          </a:prstGeom>
        </p:spPr>
      </p:pic>
      <p:pic>
        <p:nvPicPr>
          <p:cNvPr id="7" name="Image 3" descr="preencoded.png">    </p:cNvPr>
          <p:cNvPicPr>
            <a:picLocks noChangeAspect="1"/>
          </p:cNvPicPr>
          <p:nvPr/>
        </p:nvPicPr>
        <p:blipFill>
          <a:blip r:embed="rId4"/>
          <a:srcRect l="0" r="0" t="0" b="0"/>
          <a:stretch/>
        </p:blipFill>
        <p:spPr>
          <a:xfrm>
            <a:off x="7153275" y="2867025"/>
            <a:ext cx="304800" cy="304800"/>
          </a:xfrm>
          <a:prstGeom prst="rect">
            <a:avLst/>
          </a:prstGeom>
        </p:spPr>
      </p:pic>
      <p:pic>
        <p:nvPicPr>
          <p:cNvPr id="8" name="Image 4" descr="preencoded.png">    </p:cNvPr>
          <p:cNvPicPr>
            <a:picLocks noChangeAspect="1"/>
          </p:cNvPicPr>
          <p:nvPr/>
        </p:nvPicPr>
        <p:blipFill>
          <a:blip r:embed="rId5"/>
          <a:srcRect l="0" r="0" t="0" b="0"/>
          <a:stretch/>
        </p:blipFill>
        <p:spPr>
          <a:xfrm>
            <a:off x="6553200" y="2266950"/>
            <a:ext cx="609600" cy="609600"/>
          </a:xfrm>
          <a:prstGeom prst="rect">
            <a:avLst/>
          </a:prstGeom>
        </p:spPr>
      </p:pic>
      <p:pic>
        <p:nvPicPr>
          <p:cNvPr id="9" name="Image 5" descr="preencoded.png">    </p:cNvPr>
          <p:cNvPicPr>
            <a:picLocks noChangeAspect="1"/>
          </p:cNvPicPr>
          <p:nvPr/>
        </p:nvPicPr>
        <p:blipFill>
          <a:blip r:embed="rId6"/>
          <a:srcRect l="0" r="0" t="0" b="0"/>
          <a:stretch/>
        </p:blipFill>
        <p:spPr>
          <a:xfrm>
            <a:off x="842963" y="2424113"/>
            <a:ext cx="409575" cy="609600"/>
          </a:xfrm>
          <a:prstGeom prst="rect">
            <a:avLst/>
          </a:prstGeom>
        </p:spPr>
      </p:pic>
      <p:pic>
        <p:nvPicPr>
          <p:cNvPr id="10" name="Image 6" descr="preencoded.png">    </p:cNvPr>
          <p:cNvPicPr>
            <a:picLocks noChangeAspect="1"/>
          </p:cNvPicPr>
          <p:nvPr/>
        </p:nvPicPr>
        <p:blipFill>
          <a:blip r:embed="rId7"/>
          <a:srcRect l="0" r="0" t="0" b="0"/>
          <a:stretch/>
        </p:blipFill>
        <p:spPr>
          <a:xfrm>
            <a:off x="1828800" y="2576513"/>
            <a:ext cx="204788" cy="304800"/>
          </a:xfrm>
          <a:prstGeom prst="rect">
            <a:avLst/>
          </a:prstGeom>
        </p:spPr>
      </p:pic>
      <p:sp>
        <p:nvSpPr>
          <p:cNvPr id="11" name="Text 2"/>
          <p:cNvSpPr/>
          <p:nvPr/>
        </p:nvSpPr>
        <p:spPr>
          <a:xfrm>
            <a:off x="619125" y="1000125"/>
            <a:ext cx="2781300" cy="1247775"/>
          </a:xfrm>
          <a:prstGeom prst="rect">
            <a:avLst/>
          </a:prstGeom>
          <a:noFill/>
          <a:ln/>
        </p:spPr>
        <p:txBody>
          <a:bodyPr wrap="square" lIns="0" tIns="0" rIns="0" bIns="0" rtlCol="0" anchor="ctr"/>
          <a:lstStyle/>
          <a:p>
            <a:pPr algn="l" indent="0" marL="0">
              <a:lnSpc>
                <a:spcPts val="1425"/>
              </a:lnSpc>
              <a:buNone/>
            </a:pPr>
            <a:r>
              <a:rPr lang="en-US" sz="1140" spc="-11" kern="0" dirty="0">
                <a:solidFill>
                  <a:srgbClr val="1E125E">
                    <a:alpha val="99000"/>
                  </a:srgbClr>
                </a:solidFill>
                <a:latin typeface="Inter" pitchFamily="34" charset="0"/>
                <a:ea typeface="Inter" pitchFamily="34" charset="-122"/>
                <a:cs typeface="Inter" pitchFamily="34" charset="-120"/>
              </a:rPr>
              <a:t>Logo mark clearspace is defined by the JotPsych mark (x)/2.</a:t>
            </a:r>
            <a:endParaRPr lang="en-US" sz="1140" dirty="0"/>
          </a:p>
          <a:p>
            <a:pPr algn="l" indent="0" marL="0">
              <a:lnSpc>
                <a:spcPts val="1425"/>
              </a:lnSpc>
              <a:buNone/>
            </a:pPr>
            <a:r>
              <a:rPr lang="en-US" sz="1140" spc="-11" kern="0" dirty="0">
                <a:solidFill>
                  <a:srgbClr val="1E125E">
                    <a:alpha val="99000"/>
                  </a:srgbClr>
                </a:solidFill>
                <a:latin typeface="Inter" pitchFamily="34" charset="0"/>
                <a:ea typeface="Inter" pitchFamily="34" charset="-122"/>
                <a:cs typeface="Inter" pitchFamily="34" charset="-120"/>
              </a:rPr>
              <a:t>This is the minimum amount of space required to avoid conflicts with other elements and legibility issues.</a:t>
            </a:r>
            <a:endParaRPr lang="en-US" sz="1140" dirty="0"/>
          </a:p>
        </p:txBody>
      </p:sp>
      <p:pic>
        <p:nvPicPr>
          <p:cNvPr id="12" name="Image 7" descr="preencoded.png">    </p:cNvPr>
          <p:cNvPicPr>
            <a:picLocks noChangeAspect="1"/>
          </p:cNvPicPr>
          <p:nvPr/>
        </p:nvPicPr>
        <p:blipFill>
          <a:blip r:embed="rId8"/>
          <a:srcRect l="0" r="0" t="0" b="0"/>
          <a:stretch/>
        </p:blipFill>
        <p:spPr>
          <a:xfrm>
            <a:off x="571500" y="285750"/>
            <a:ext cx="8001000" cy="457200"/>
          </a:xfrm>
          <a:prstGeom prst="rect">
            <a:avLst/>
          </a:prstGeom>
        </p:spPr>
      </p:pic>
      <p:sp>
        <p:nvSpPr>
          <p:cNvPr id="13" name="Text 3"/>
          <p:cNvSpPr/>
          <p:nvPr/>
        </p:nvSpPr>
        <p:spPr>
          <a:xfrm>
            <a:off x="1304925" y="2614613"/>
            <a:ext cx="223838" cy="223838"/>
          </a:xfrm>
          <a:prstGeom prst="rect">
            <a:avLst/>
          </a:prstGeom>
          <a:noFill/>
          <a:ln/>
        </p:spPr>
        <p:txBody>
          <a:bodyPr wrap="square" lIns="0" tIns="0" rIns="0" bIns="0" rtlCol="0" anchor="ctr"/>
          <a:lstStyle/>
          <a:p>
            <a:pPr algn="ctr" indent="0" marL="0">
              <a:lnSpc>
                <a:spcPts val="1425"/>
              </a:lnSpc>
              <a:buNone/>
            </a:pPr>
            <a:r>
              <a:rPr lang="en-US" sz="1140" spc="-11" kern="0" dirty="0">
                <a:solidFill>
                  <a:srgbClr val="1C1E85">
                    <a:alpha val="99000"/>
                  </a:srgbClr>
                </a:solidFill>
                <a:latin typeface="Inter Tight" pitchFamily="34" charset="0"/>
                <a:ea typeface="Inter Tight" pitchFamily="34" charset="-122"/>
                <a:cs typeface="Inter Tight" pitchFamily="34" charset="-120"/>
              </a:rPr>
              <a:t>= x</a:t>
            </a:r>
            <a:endParaRPr lang="en-US" sz="1140" dirty="0"/>
          </a:p>
        </p:txBody>
      </p:sp>
      <p:sp>
        <p:nvSpPr>
          <p:cNvPr id="14" name="Text 4"/>
          <p:cNvSpPr/>
          <p:nvPr/>
        </p:nvSpPr>
        <p:spPr>
          <a:xfrm>
            <a:off x="2085975" y="2614613"/>
            <a:ext cx="371475" cy="223838"/>
          </a:xfrm>
          <a:prstGeom prst="rect">
            <a:avLst/>
          </a:prstGeom>
          <a:noFill/>
          <a:ln/>
        </p:spPr>
        <p:txBody>
          <a:bodyPr wrap="square" lIns="0" tIns="0" rIns="0" bIns="0" rtlCol="0" anchor="ctr"/>
          <a:lstStyle/>
          <a:p>
            <a:pPr algn="ctr" indent="0" marL="0">
              <a:lnSpc>
                <a:spcPts val="1425"/>
              </a:lnSpc>
              <a:buNone/>
            </a:pPr>
            <a:r>
              <a:rPr lang="en-US" sz="1140" spc="-11" kern="0" dirty="0">
                <a:solidFill>
                  <a:srgbClr val="1C1E85">
                    <a:alpha val="99000"/>
                  </a:srgbClr>
                </a:solidFill>
                <a:latin typeface="Inter Tight" pitchFamily="34" charset="0"/>
                <a:ea typeface="Inter Tight" pitchFamily="34" charset="-122"/>
                <a:cs typeface="Inter Tight" pitchFamily="34" charset="-120"/>
              </a:rPr>
              <a:t>= x/2</a:t>
            </a:r>
            <a:endParaRPr lang="en-US" sz="11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2F5"/>
        </a:solidFill>
      </p:bgPr>
    </p:bg>
    <p:spTree>
      <p:nvGrpSpPr>
        <p:cNvPr id="1" name=""/>
        <p:cNvGrpSpPr/>
        <p:nvPr/>
      </p:nvGrpSpPr>
      <p:grpSpPr>
        <a:xfrm>
          <a:off x="0" y="0"/>
          <a:ext cx="0" cy="0"/>
          <a:chOff x="0" y="0"/>
          <a:chExt cx="0" cy="0"/>
        </a:xfrm>
      </p:grpSpPr>
      <p:sp>
        <p:nvSpPr>
          <p:cNvPr id="2" name="Shape 0"/>
          <p:cNvSpPr/>
          <p:nvPr/>
        </p:nvSpPr>
        <p:spPr>
          <a:xfrm>
            <a:off x="4572000" y="0"/>
            <a:ext cx="4572000" cy="5143500"/>
          </a:xfrm>
          <a:prstGeom prst="rect">
            <a:avLst/>
          </a:prstGeom>
          <a:solidFill>
            <a:srgbClr val="1C1E85"/>
          </a:solidFill>
          <a:ln/>
        </p:spPr>
      </p:sp>
      <p:sp>
        <p:nvSpPr>
          <p:cNvPr id="3" name="Text 1"/>
          <p:cNvSpPr/>
          <p:nvPr/>
        </p:nvSpPr>
        <p:spPr>
          <a:xfrm>
            <a:off x="619125" y="1000125"/>
            <a:ext cx="2781300" cy="1223963"/>
          </a:xfrm>
          <a:prstGeom prst="rect">
            <a:avLst/>
          </a:prstGeom>
          <a:noFill/>
          <a:ln/>
        </p:spPr>
        <p:txBody>
          <a:bodyPr wrap="square" lIns="0" tIns="0" rIns="0" bIns="0" rtlCol="0" anchor="ctr"/>
          <a:lstStyle/>
          <a:p>
            <a:pPr algn="l" indent="0" marL="0">
              <a:lnSpc>
                <a:spcPts val="1425"/>
              </a:lnSpc>
              <a:buNone/>
            </a:pPr>
            <a:r>
              <a:rPr lang="en-US" sz="1140" spc="-11" kern="0" dirty="0">
                <a:solidFill>
                  <a:srgbClr val="1C1E85">
                    <a:alpha val="99000"/>
                  </a:srgbClr>
                </a:solidFill>
                <a:latin typeface="Inter" pitchFamily="34" charset="0"/>
                <a:ea typeface="Inter" pitchFamily="34" charset="-122"/>
                <a:cs typeface="Inter" pitchFamily="34" charset="-120"/>
              </a:rPr>
              <a:t>These scaling recommendations give you the know-how to use each logo lock-up in it’s most effective way. </a:t>
            </a:r>
            <a:endParaRPr lang="en-US" sz="1140" dirty="0"/>
          </a:p>
          <a:p>
            <a:pPr algn="l" indent="0" marL="0">
              <a:lnSpc>
                <a:spcPts val="1425"/>
              </a:lnSpc>
              <a:buNone/>
            </a:pPr>
            <a:r>
              <a:rPr lang="en-US" sz="1140" spc="-11" kern="0" dirty="0">
                <a:solidFill>
                  <a:srgbClr val="1C1E85">
                    <a:alpha val="99000"/>
                  </a:srgbClr>
                </a:solidFill>
                <a:latin typeface="Inter" pitchFamily="34" charset="0"/>
                <a:ea typeface="Inter" pitchFamily="34" charset="-122"/>
                <a:cs typeface="Inter" pitchFamily="34" charset="-120"/>
              </a:rPr>
              <a:t>These recommendations will ensure JotPsych stands out, no matter the medium.</a:t>
            </a:r>
            <a:endParaRPr lang="en-US" sz="1140" dirty="0"/>
          </a:p>
        </p:txBody>
      </p:sp>
      <p:pic>
        <p:nvPicPr>
          <p:cNvPr id="4" name="Image 0" descr="preencoded.png">    </p:cNvPr>
          <p:cNvPicPr>
            <a:picLocks noChangeAspect="1"/>
          </p:cNvPicPr>
          <p:nvPr/>
        </p:nvPicPr>
        <p:blipFill>
          <a:blip r:embed="rId1"/>
          <a:srcRect l="0" r="0" t="0" b="0"/>
          <a:stretch/>
        </p:blipFill>
        <p:spPr>
          <a:xfrm>
            <a:off x="571500" y="285750"/>
            <a:ext cx="8001000" cy="457200"/>
          </a:xfrm>
          <a:prstGeom prst="rect">
            <a:avLst/>
          </a:prstGeom>
        </p:spPr>
      </p:pic>
      <p:pic>
        <p:nvPicPr>
          <p:cNvPr id="5" name="Image 1" descr="preencoded.png">    </p:cNvPr>
          <p:cNvPicPr>
            <a:picLocks noChangeAspect="1"/>
          </p:cNvPicPr>
          <p:nvPr/>
        </p:nvPicPr>
        <p:blipFill>
          <a:blip r:embed="rId2"/>
          <a:srcRect l="0" r="0" t="0" b="0"/>
          <a:stretch/>
        </p:blipFill>
        <p:spPr>
          <a:xfrm>
            <a:off x="6858000" y="3862387"/>
            <a:ext cx="70135" cy="161925"/>
          </a:xfrm>
          <a:prstGeom prst="rect">
            <a:avLst/>
          </a:prstGeom>
        </p:spPr>
      </p:pic>
      <p:sp>
        <p:nvSpPr>
          <p:cNvPr id="6" name="Text 2"/>
          <p:cNvSpPr/>
          <p:nvPr/>
        </p:nvSpPr>
        <p:spPr>
          <a:xfrm>
            <a:off x="6167438" y="4352925"/>
            <a:ext cx="1385888" cy="209550"/>
          </a:xfrm>
          <a:prstGeom prst="rect">
            <a:avLst/>
          </a:prstGeom>
          <a:noFill/>
          <a:ln/>
        </p:spPr>
        <p:txBody>
          <a:bodyPr wrap="square" lIns="0" tIns="0" rIns="0" bIns="0" rtlCol="0" anchor="ctr"/>
          <a:lstStyle/>
          <a:p>
            <a:pPr algn="ctr" indent="0" marL="0">
              <a:lnSpc>
                <a:spcPts val="802"/>
              </a:lnSpc>
              <a:buNone/>
            </a:pPr>
            <a:r>
              <a:rPr lang="en-US" sz="641" b="1" spc="-6" kern="0" dirty="0">
                <a:solidFill>
                  <a:srgbClr val="FFF2F5">
                    <a:alpha val="99000"/>
                  </a:srgbClr>
                </a:solidFill>
                <a:latin typeface="Inter" pitchFamily="34" charset="0"/>
                <a:ea typeface="Inter" pitchFamily="34" charset="-122"/>
                <a:cs typeface="Inter" pitchFamily="34" charset="-120"/>
              </a:rPr>
              <a:t>Logo mark</a:t>
            </a:r>
            <a:endParaRPr lang="en-US" sz="641" dirty="0"/>
          </a:p>
          <a:p>
            <a:pPr algn="ctr" indent="0" marL="0">
              <a:lnSpc>
                <a:spcPts val="802"/>
              </a:lnSpc>
              <a:buNone/>
            </a:pPr>
            <a:r>
              <a:rPr lang="en-US" sz="641" spc="-6" kern="0" dirty="0">
                <a:solidFill>
                  <a:srgbClr val="FFF2F5">
                    <a:alpha val="99000"/>
                  </a:srgbClr>
                </a:solidFill>
                <a:latin typeface="Inter" pitchFamily="34" charset="0"/>
                <a:ea typeface="Inter" pitchFamily="34" charset="-122"/>
                <a:cs typeface="Inter" pitchFamily="34" charset="-120"/>
              </a:rPr>
              <a:t>Minimum size: 32px high</a:t>
            </a:r>
            <a:endParaRPr lang="en-US" sz="641" dirty="0"/>
          </a:p>
        </p:txBody>
      </p:sp>
      <p:pic>
        <p:nvPicPr>
          <p:cNvPr id="7" name="Image 2" descr="preencoded.png">    </p:cNvPr>
          <p:cNvPicPr>
            <a:picLocks noChangeAspect="1"/>
          </p:cNvPicPr>
          <p:nvPr/>
        </p:nvPicPr>
        <p:blipFill>
          <a:blip r:embed="rId3"/>
          <a:srcRect l="0" r="0" t="0" b="0"/>
          <a:stretch/>
        </p:blipFill>
        <p:spPr>
          <a:xfrm>
            <a:off x="6810375" y="4138613"/>
            <a:ext cx="100013" cy="152400"/>
          </a:xfrm>
          <a:prstGeom prst="rect">
            <a:avLst/>
          </a:prstGeom>
        </p:spPr>
      </p:pic>
      <p:pic>
        <p:nvPicPr>
          <p:cNvPr id="8" name="Image 3" descr="preencoded.png">    </p:cNvPr>
          <p:cNvPicPr>
            <a:picLocks noChangeAspect="1"/>
          </p:cNvPicPr>
          <p:nvPr/>
        </p:nvPicPr>
        <p:blipFill>
          <a:blip r:embed="rId4"/>
          <a:srcRect l="0" r="0" t="0" b="0"/>
          <a:stretch/>
        </p:blipFill>
        <p:spPr>
          <a:xfrm>
            <a:off x="6858000" y="3057525"/>
            <a:ext cx="70135" cy="161925"/>
          </a:xfrm>
          <a:prstGeom prst="rect">
            <a:avLst/>
          </a:prstGeom>
        </p:spPr>
      </p:pic>
      <p:sp>
        <p:nvSpPr>
          <p:cNvPr id="9" name="Text 3"/>
          <p:cNvSpPr/>
          <p:nvPr/>
        </p:nvSpPr>
        <p:spPr>
          <a:xfrm>
            <a:off x="6334125" y="3533775"/>
            <a:ext cx="1047750" cy="185738"/>
          </a:xfrm>
          <a:prstGeom prst="rect">
            <a:avLst/>
          </a:prstGeom>
          <a:noFill/>
          <a:ln/>
        </p:spPr>
        <p:txBody>
          <a:bodyPr wrap="square" lIns="0" tIns="0" rIns="0" bIns="0" rtlCol="0" anchor="ctr"/>
          <a:lstStyle/>
          <a:p>
            <a:pPr algn="ctr" indent="0" marL="0">
              <a:lnSpc>
                <a:spcPts val="802"/>
              </a:lnSpc>
              <a:buNone/>
            </a:pPr>
            <a:r>
              <a:rPr lang="en-US" sz="641" b="1" spc="-6" kern="0" dirty="0">
                <a:solidFill>
                  <a:srgbClr val="FFF2F5">
                    <a:alpha val="99000"/>
                  </a:srgbClr>
                </a:solidFill>
                <a:latin typeface="Inter" pitchFamily="34" charset="0"/>
                <a:ea typeface="Inter" pitchFamily="34" charset="-122"/>
                <a:cs typeface="Inter" pitchFamily="34" charset="-120"/>
              </a:rPr>
              <a:t>Secondary logo</a:t>
            </a:r>
            <a:endParaRPr lang="en-US" sz="641" dirty="0"/>
          </a:p>
          <a:p>
            <a:pPr algn="ctr" indent="0" marL="0">
              <a:lnSpc>
                <a:spcPts val="802"/>
              </a:lnSpc>
              <a:buNone/>
            </a:pPr>
            <a:r>
              <a:rPr lang="en-US" sz="641" spc="-6" kern="0" dirty="0">
                <a:solidFill>
                  <a:srgbClr val="FFF2F5">
                    <a:alpha val="99000"/>
                  </a:srgbClr>
                </a:solidFill>
                <a:latin typeface="Inter" pitchFamily="34" charset="0"/>
                <a:ea typeface="Inter" pitchFamily="34" charset="-122"/>
                <a:cs typeface="Inter" pitchFamily="34" charset="-120"/>
              </a:rPr>
              <a:t>Minimum size: 80px wide</a:t>
            </a:r>
            <a:endParaRPr lang="en-US" sz="641" dirty="0"/>
          </a:p>
        </p:txBody>
      </p:sp>
      <p:pic>
        <p:nvPicPr>
          <p:cNvPr id="10" name="Image 4" descr="preencoded.png">    </p:cNvPr>
          <p:cNvPicPr>
            <a:picLocks noChangeAspect="1"/>
          </p:cNvPicPr>
          <p:nvPr/>
        </p:nvPicPr>
        <p:blipFill>
          <a:blip r:embed="rId5"/>
          <a:srcRect l="0" r="0" t="0" b="0"/>
          <a:stretch/>
        </p:blipFill>
        <p:spPr>
          <a:xfrm>
            <a:off x="6667500" y="3371850"/>
            <a:ext cx="381000" cy="104775"/>
          </a:xfrm>
          <a:prstGeom prst="rect">
            <a:avLst/>
          </a:prstGeom>
        </p:spPr>
      </p:pic>
      <p:pic>
        <p:nvPicPr>
          <p:cNvPr id="11" name="Image 5" descr="preencoded.png">    </p:cNvPr>
          <p:cNvPicPr>
            <a:picLocks noChangeAspect="1"/>
          </p:cNvPicPr>
          <p:nvPr/>
        </p:nvPicPr>
        <p:blipFill>
          <a:blip r:embed="rId6"/>
          <a:srcRect l="0" r="0" t="0" b="0"/>
          <a:stretch/>
        </p:blipFill>
        <p:spPr>
          <a:xfrm>
            <a:off x="6858000" y="1976438"/>
            <a:ext cx="70135" cy="271463"/>
          </a:xfrm>
          <a:prstGeom prst="rect">
            <a:avLst/>
          </a:prstGeom>
        </p:spPr>
      </p:pic>
      <p:pic>
        <p:nvPicPr>
          <p:cNvPr id="12" name="Image 6" descr="preencoded.png">    </p:cNvPr>
          <p:cNvPicPr>
            <a:picLocks noChangeAspect="1"/>
          </p:cNvPicPr>
          <p:nvPr/>
        </p:nvPicPr>
        <p:blipFill>
          <a:blip r:embed="rId7"/>
          <a:srcRect l="0" r="0" t="0" b="0"/>
          <a:stretch/>
        </p:blipFill>
        <p:spPr>
          <a:xfrm>
            <a:off x="6472238" y="2428875"/>
            <a:ext cx="762000" cy="176213"/>
          </a:xfrm>
          <a:prstGeom prst="rect">
            <a:avLst/>
          </a:prstGeom>
        </p:spPr>
      </p:pic>
      <p:sp>
        <p:nvSpPr>
          <p:cNvPr id="13" name="Text 4"/>
          <p:cNvSpPr/>
          <p:nvPr/>
        </p:nvSpPr>
        <p:spPr>
          <a:xfrm>
            <a:off x="6334125" y="2728913"/>
            <a:ext cx="1047750" cy="185738"/>
          </a:xfrm>
          <a:prstGeom prst="rect">
            <a:avLst/>
          </a:prstGeom>
          <a:noFill/>
          <a:ln/>
        </p:spPr>
        <p:txBody>
          <a:bodyPr wrap="square" lIns="0" tIns="0" rIns="0" bIns="0" rtlCol="0" anchor="ctr"/>
          <a:lstStyle/>
          <a:p>
            <a:pPr algn="ctr" indent="0" marL="0">
              <a:lnSpc>
                <a:spcPts val="802"/>
              </a:lnSpc>
              <a:buNone/>
            </a:pPr>
            <a:r>
              <a:rPr lang="en-US" sz="641" b="1" spc="-6" kern="0" dirty="0">
                <a:solidFill>
                  <a:srgbClr val="FFF2F5">
                    <a:alpha val="99000"/>
                  </a:srgbClr>
                </a:solidFill>
                <a:latin typeface="Inter" pitchFamily="34" charset="0"/>
                <a:ea typeface="Inter" pitchFamily="34" charset="-122"/>
                <a:cs typeface="Inter" pitchFamily="34" charset="-120"/>
              </a:rPr>
              <a:t>Primary logo</a:t>
            </a:r>
            <a:endParaRPr lang="en-US" sz="641" dirty="0"/>
          </a:p>
          <a:p>
            <a:pPr algn="ctr" indent="0" marL="0">
              <a:lnSpc>
                <a:spcPts val="802"/>
              </a:lnSpc>
              <a:buNone/>
            </a:pPr>
            <a:r>
              <a:rPr lang="en-US" sz="641" spc="-6" kern="0" dirty="0">
                <a:solidFill>
                  <a:srgbClr val="FFF2F5">
                    <a:alpha val="99000"/>
                  </a:srgbClr>
                </a:solidFill>
                <a:latin typeface="Inter" pitchFamily="34" charset="0"/>
                <a:ea typeface="Inter" pitchFamily="34" charset="-122"/>
                <a:cs typeface="Inter" pitchFamily="34" charset="-120"/>
              </a:rPr>
              <a:t>Minimum size: 160px wide</a:t>
            </a:r>
            <a:endParaRPr lang="en-US" sz="641" dirty="0"/>
          </a:p>
        </p:txBody>
      </p:sp>
      <p:sp>
        <p:nvSpPr>
          <p:cNvPr id="14" name="Shape 5"/>
          <p:cNvSpPr/>
          <p:nvPr/>
        </p:nvSpPr>
        <p:spPr>
          <a:xfrm rot="0">
            <a:off x="5838825" y="1976438"/>
            <a:ext cx="2032704" cy="0"/>
          </a:xfrm>
          <a:prstGeom prst="line">
            <a:avLst/>
          </a:prstGeom>
          <a:noFill/>
          <a:ln w="9049">
            <a:solidFill>
              <a:srgbClr val="768FFF"/>
            </a:solidFill>
            <a:prstDash val="solid"/>
          </a:ln>
        </p:spPr>
      </p:sp>
      <p:sp>
        <p:nvSpPr>
          <p:cNvPr id="15" name="Shape 6"/>
          <p:cNvSpPr/>
          <p:nvPr/>
        </p:nvSpPr>
        <p:spPr>
          <a:xfrm rot="-5400000">
            <a:off x="7822406" y="1926431"/>
            <a:ext cx="100013" cy="0"/>
          </a:xfrm>
          <a:prstGeom prst="line">
            <a:avLst/>
          </a:prstGeom>
          <a:noFill/>
          <a:ln w="9049">
            <a:solidFill>
              <a:srgbClr val="768FFF"/>
            </a:solidFill>
            <a:prstDash val="solid"/>
          </a:ln>
        </p:spPr>
      </p:sp>
      <p:sp>
        <p:nvSpPr>
          <p:cNvPr id="16" name="Shape 7"/>
          <p:cNvSpPr/>
          <p:nvPr/>
        </p:nvSpPr>
        <p:spPr>
          <a:xfrm rot="-5400000">
            <a:off x="5793581" y="1926431"/>
            <a:ext cx="100013" cy="0"/>
          </a:xfrm>
          <a:prstGeom prst="line">
            <a:avLst/>
          </a:prstGeom>
          <a:noFill/>
          <a:ln w="9049">
            <a:solidFill>
              <a:srgbClr val="768FFF"/>
            </a:solidFill>
            <a:prstDash val="solid"/>
          </a:ln>
        </p:spPr>
      </p:sp>
      <p:pic>
        <p:nvPicPr>
          <p:cNvPr id="17" name="Image 7" descr="preencoded.png">    </p:cNvPr>
          <p:cNvPicPr>
            <a:picLocks noChangeAspect="1"/>
          </p:cNvPicPr>
          <p:nvPr/>
        </p:nvPicPr>
        <p:blipFill>
          <a:blip r:embed="rId8"/>
          <a:srcRect l="0" r="0" t="0" b="0"/>
          <a:stretch/>
        </p:blipFill>
        <p:spPr>
          <a:xfrm>
            <a:off x="5838825" y="1333500"/>
            <a:ext cx="2033588" cy="4667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2F5"/>
        </a:solidFill>
      </p:bgPr>
    </p:bg>
    <p:spTree>
      <p:nvGrpSpPr>
        <p:cNvPr id="1" name=""/>
        <p:cNvGrpSpPr/>
        <p:nvPr/>
      </p:nvGrpSpPr>
      <p:grpSpPr>
        <a:xfrm>
          <a:off x="0" y="0"/>
          <a:ext cx="0" cy="0"/>
          <a:chOff x="0" y="0"/>
          <a:chExt cx="0" cy="0"/>
        </a:xfrm>
      </p:grpSpPr>
      <p:sp>
        <p:nvSpPr>
          <p:cNvPr id="2" name="Shape 0"/>
          <p:cNvSpPr/>
          <p:nvPr/>
        </p:nvSpPr>
        <p:spPr>
          <a:xfrm>
            <a:off x="0" y="0"/>
            <a:ext cx="4572000" cy="5143500"/>
          </a:xfrm>
          <a:prstGeom prst="rect">
            <a:avLst/>
          </a:prstGeom>
          <a:solidFill>
            <a:srgbClr val="1C1E85"/>
          </a:solidFill>
          <a:ln/>
        </p:spPr>
      </p:sp>
      <p:sp>
        <p:nvSpPr>
          <p:cNvPr id="3" name="Text 1"/>
          <p:cNvSpPr/>
          <p:nvPr/>
        </p:nvSpPr>
        <p:spPr>
          <a:xfrm>
            <a:off x="619125" y="1000125"/>
            <a:ext cx="2781300" cy="1138238"/>
          </a:xfrm>
          <a:prstGeom prst="rect">
            <a:avLst/>
          </a:prstGeom>
          <a:noFill/>
          <a:ln/>
        </p:spPr>
        <p:txBody>
          <a:bodyPr wrap="square" lIns="0" tIns="0" rIns="0" bIns="0" rtlCol="0" anchor="ctr"/>
          <a:lstStyle/>
          <a:p>
            <a:pPr algn="l" indent="0" marL="0">
              <a:lnSpc>
                <a:spcPts val="1425"/>
              </a:lnSpc>
              <a:buNone/>
            </a:pPr>
            <a:r>
              <a:rPr lang="en-US" sz="1140" spc="-11" kern="0" dirty="0">
                <a:solidFill>
                  <a:srgbClr val="FFF2F5">
                    <a:alpha val="99000"/>
                  </a:srgbClr>
                </a:solidFill>
                <a:latin typeface="Inter" pitchFamily="34" charset="0"/>
                <a:ea typeface="Inter" pitchFamily="34" charset="-122"/>
                <a:cs typeface="Inter" pitchFamily="34" charset="-120"/>
              </a:rPr>
              <a:t>Using the logo as it was intended consistently across the identity will establish a cohesive look and feel.</a:t>
            </a:r>
            <a:endParaRPr lang="en-US" sz="1140" dirty="0"/>
          </a:p>
          <a:p>
            <a:pPr algn="l" indent="0" marL="0">
              <a:lnSpc>
                <a:spcPts val="1425"/>
              </a:lnSpc>
              <a:buNone/>
            </a:pPr>
            <a:r>
              <a:rPr lang="en-US" sz="1140" spc="-11" kern="0" dirty="0">
                <a:solidFill>
                  <a:srgbClr val="FFF2F5">
                    <a:alpha val="99000"/>
                  </a:srgbClr>
                </a:solidFill>
                <a:latin typeface="Inter" pitchFamily="34" charset="0"/>
                <a:ea typeface="Inter" pitchFamily="34" charset="-122"/>
                <a:cs typeface="Inter" pitchFamily="34" charset="-120"/>
              </a:rPr>
              <a:t>Here are examples of what not to do,</a:t>
            </a:r>
            <a:endParaRPr lang="en-US" sz="1140" dirty="0"/>
          </a:p>
          <a:p>
            <a:pPr algn="l" indent="0" marL="0">
              <a:lnSpc>
                <a:spcPts val="1425"/>
              </a:lnSpc>
              <a:buNone/>
            </a:pPr>
            <a:r>
              <a:rPr lang="en-US" sz="1140" spc="-11" kern="0" dirty="0">
                <a:solidFill>
                  <a:srgbClr val="FFF2F5">
                    <a:alpha val="99000"/>
                  </a:srgbClr>
                </a:solidFill>
                <a:latin typeface="Inter" pitchFamily="34" charset="0"/>
                <a:ea typeface="Inter" pitchFamily="34" charset="-122"/>
                <a:cs typeface="Inter" pitchFamily="34" charset="-120"/>
              </a:rPr>
              <a:t>to avoid logo misuse.</a:t>
            </a:r>
            <a:endParaRPr lang="en-US" sz="1140" dirty="0"/>
          </a:p>
        </p:txBody>
      </p:sp>
      <p:sp>
        <p:nvSpPr>
          <p:cNvPr id="4" name="Text 2"/>
          <p:cNvSpPr/>
          <p:nvPr/>
        </p:nvSpPr>
        <p:spPr>
          <a:xfrm>
            <a:off x="5189134" y="4211369"/>
            <a:ext cx="1470897" cy="174893"/>
          </a:xfrm>
          <a:prstGeom prst="rect">
            <a:avLst/>
          </a:prstGeom>
          <a:noFill/>
          <a:ln/>
        </p:spPr>
        <p:txBody>
          <a:bodyPr wrap="square" lIns="0" tIns="0" rIns="0" bIns="0" rtlCol="0" anchor="ctr"/>
          <a:lstStyle/>
          <a:p>
            <a:pPr algn="ctr" indent="0" marL="0">
              <a:lnSpc>
                <a:spcPts val="802"/>
              </a:lnSpc>
              <a:buNone/>
            </a:pPr>
            <a:r>
              <a:rPr lang="en-US" sz="641" spc="-6" kern="0" dirty="0">
                <a:solidFill>
                  <a:srgbClr val="1C1E85">
                    <a:alpha val="99000"/>
                  </a:srgbClr>
                </a:solidFill>
                <a:latin typeface="Inter" pitchFamily="34" charset="0"/>
                <a:ea typeface="Inter" pitchFamily="34" charset="-122"/>
                <a:cs typeface="Inter" pitchFamily="34" charset="-120"/>
              </a:rPr>
              <a:t>Don’t use colors outside of branding</a:t>
            </a:r>
            <a:endParaRPr lang="en-US" sz="641" dirty="0"/>
          </a:p>
        </p:txBody>
      </p:sp>
      <p:sp>
        <p:nvSpPr>
          <p:cNvPr id="5" name="Text 3"/>
          <p:cNvSpPr/>
          <p:nvPr/>
        </p:nvSpPr>
        <p:spPr>
          <a:xfrm>
            <a:off x="7050184" y="4211370"/>
            <a:ext cx="1470897" cy="174893"/>
          </a:xfrm>
          <a:prstGeom prst="rect">
            <a:avLst/>
          </a:prstGeom>
          <a:noFill/>
          <a:ln/>
        </p:spPr>
        <p:txBody>
          <a:bodyPr wrap="square" lIns="0" tIns="0" rIns="0" bIns="0" rtlCol="0" anchor="ctr"/>
          <a:lstStyle/>
          <a:p>
            <a:pPr algn="ctr" indent="0" marL="0">
              <a:lnSpc>
                <a:spcPts val="802"/>
              </a:lnSpc>
              <a:buNone/>
            </a:pPr>
            <a:r>
              <a:rPr lang="en-US" sz="641" spc="-6" kern="0" dirty="0">
                <a:solidFill>
                  <a:srgbClr val="1C1E85">
                    <a:alpha val="99000"/>
                  </a:srgbClr>
                </a:solidFill>
                <a:latin typeface="Inter" pitchFamily="34" charset="0"/>
                <a:ea typeface="Inter" pitchFamily="34" charset="-122"/>
                <a:cs typeface="Inter" pitchFamily="34" charset="-120"/>
              </a:rPr>
              <a:t>Don’t mix and match colors</a:t>
            </a:r>
            <a:endParaRPr lang="en-US" sz="641" dirty="0"/>
          </a:p>
        </p:txBody>
      </p:sp>
      <p:sp>
        <p:nvSpPr>
          <p:cNvPr id="6" name="Text 4"/>
          <p:cNvSpPr/>
          <p:nvPr/>
        </p:nvSpPr>
        <p:spPr>
          <a:xfrm>
            <a:off x="5189134" y="1839166"/>
            <a:ext cx="1470897" cy="174893"/>
          </a:xfrm>
          <a:prstGeom prst="rect">
            <a:avLst/>
          </a:prstGeom>
          <a:noFill/>
          <a:ln/>
        </p:spPr>
        <p:txBody>
          <a:bodyPr wrap="square" lIns="0" tIns="0" rIns="0" bIns="0" rtlCol="0" anchor="ctr"/>
          <a:lstStyle/>
          <a:p>
            <a:pPr algn="ctr" indent="0" marL="0">
              <a:lnSpc>
                <a:spcPts val="802"/>
              </a:lnSpc>
              <a:buNone/>
            </a:pPr>
            <a:r>
              <a:rPr lang="en-US" sz="641" spc="-6" kern="0" dirty="0">
                <a:solidFill>
                  <a:srgbClr val="1C1E85">
                    <a:alpha val="99000"/>
                  </a:srgbClr>
                </a:solidFill>
                <a:latin typeface="Inter" pitchFamily="34" charset="0"/>
                <a:ea typeface="Inter" pitchFamily="34" charset="-122"/>
                <a:cs typeface="Inter" pitchFamily="34" charset="-120"/>
              </a:rPr>
              <a:t>Don’t apply strokes to logo</a:t>
            </a:r>
            <a:endParaRPr lang="en-US" sz="641" dirty="0"/>
          </a:p>
        </p:txBody>
      </p:sp>
      <p:sp>
        <p:nvSpPr>
          <p:cNvPr id="7" name="Text 5"/>
          <p:cNvSpPr/>
          <p:nvPr/>
        </p:nvSpPr>
        <p:spPr>
          <a:xfrm>
            <a:off x="7050184" y="1839166"/>
            <a:ext cx="1470897" cy="174893"/>
          </a:xfrm>
          <a:prstGeom prst="rect">
            <a:avLst/>
          </a:prstGeom>
          <a:noFill/>
          <a:ln/>
        </p:spPr>
        <p:txBody>
          <a:bodyPr wrap="square" lIns="0" tIns="0" rIns="0" bIns="0" rtlCol="0" anchor="ctr"/>
          <a:lstStyle/>
          <a:p>
            <a:pPr algn="ctr" indent="0" marL="0">
              <a:lnSpc>
                <a:spcPts val="802"/>
              </a:lnSpc>
              <a:buNone/>
            </a:pPr>
            <a:r>
              <a:rPr lang="en-US" sz="641" spc="-6" kern="0" dirty="0">
                <a:solidFill>
                  <a:srgbClr val="1C1E85">
                    <a:alpha val="99000"/>
                  </a:srgbClr>
                </a:solidFill>
                <a:latin typeface="Inter" pitchFamily="34" charset="0"/>
                <a:ea typeface="Inter" pitchFamily="34" charset="-122"/>
                <a:cs typeface="Inter" pitchFamily="34" charset="-120"/>
              </a:rPr>
              <a:t>Don’t apply effects to logo</a:t>
            </a:r>
            <a:endParaRPr lang="en-US" sz="641" dirty="0"/>
          </a:p>
        </p:txBody>
      </p:sp>
      <p:sp>
        <p:nvSpPr>
          <p:cNvPr id="8" name="Text 6"/>
          <p:cNvSpPr/>
          <p:nvPr/>
        </p:nvSpPr>
        <p:spPr>
          <a:xfrm>
            <a:off x="5184660" y="3032537"/>
            <a:ext cx="1470897" cy="174893"/>
          </a:xfrm>
          <a:prstGeom prst="rect">
            <a:avLst/>
          </a:prstGeom>
          <a:noFill/>
          <a:ln/>
        </p:spPr>
        <p:txBody>
          <a:bodyPr wrap="square" lIns="0" tIns="0" rIns="0" bIns="0" rtlCol="0" anchor="ctr"/>
          <a:lstStyle/>
          <a:p>
            <a:pPr algn="ctr" indent="0" marL="0">
              <a:lnSpc>
                <a:spcPts val="802"/>
              </a:lnSpc>
              <a:buNone/>
            </a:pPr>
            <a:r>
              <a:rPr lang="en-US" sz="641" spc="-6" kern="0" dirty="0">
                <a:solidFill>
                  <a:srgbClr val="1C1E85">
                    <a:alpha val="99000"/>
                  </a:srgbClr>
                </a:solidFill>
                <a:latin typeface="Inter" pitchFamily="34" charset="0"/>
                <a:ea typeface="Inter" pitchFamily="34" charset="-122"/>
                <a:cs typeface="Inter" pitchFamily="34" charset="-120"/>
              </a:rPr>
              <a:t>Don’t resize or alter layout of logo</a:t>
            </a:r>
            <a:endParaRPr lang="en-US" sz="641" dirty="0"/>
          </a:p>
        </p:txBody>
      </p:sp>
      <p:sp>
        <p:nvSpPr>
          <p:cNvPr id="9" name="Text 7"/>
          <p:cNvSpPr/>
          <p:nvPr/>
        </p:nvSpPr>
        <p:spPr>
          <a:xfrm>
            <a:off x="7050193" y="3032537"/>
            <a:ext cx="1470897" cy="174893"/>
          </a:xfrm>
          <a:prstGeom prst="rect">
            <a:avLst/>
          </a:prstGeom>
          <a:noFill/>
          <a:ln/>
        </p:spPr>
        <p:txBody>
          <a:bodyPr wrap="square" lIns="0" tIns="0" rIns="0" bIns="0" rtlCol="0" anchor="ctr"/>
          <a:lstStyle/>
          <a:p>
            <a:pPr algn="ctr" indent="0" marL="0">
              <a:lnSpc>
                <a:spcPts val="802"/>
              </a:lnSpc>
              <a:buNone/>
            </a:pPr>
            <a:r>
              <a:rPr lang="en-US" sz="641" spc="-6" kern="0" dirty="0">
                <a:solidFill>
                  <a:srgbClr val="1C1E85">
                    <a:alpha val="99000"/>
                  </a:srgbClr>
                </a:solidFill>
                <a:latin typeface="Inter" pitchFamily="34" charset="0"/>
                <a:ea typeface="Inter" pitchFamily="34" charset="-122"/>
                <a:cs typeface="Inter" pitchFamily="34" charset="-120"/>
              </a:rPr>
              <a:t>Don’t slant or skew logo</a:t>
            </a:r>
            <a:endParaRPr lang="en-US" sz="641" dirty="0"/>
          </a:p>
        </p:txBody>
      </p:sp>
      <p:pic>
        <p:nvPicPr>
          <p:cNvPr id="10" name="Image 0" descr="preencoded.png">    </p:cNvPr>
          <p:cNvPicPr>
            <a:picLocks noChangeAspect="1"/>
          </p:cNvPicPr>
          <p:nvPr/>
        </p:nvPicPr>
        <p:blipFill>
          <a:blip r:embed="rId1"/>
          <a:srcRect l="0" r="0" t="0" b="0"/>
          <a:stretch/>
        </p:blipFill>
        <p:spPr>
          <a:xfrm>
            <a:off x="571500" y="285750"/>
            <a:ext cx="8001000" cy="457200"/>
          </a:xfrm>
          <a:prstGeom prst="rect">
            <a:avLst/>
          </a:prstGeom>
        </p:spPr>
      </p:pic>
      <p:sp>
        <p:nvSpPr>
          <p:cNvPr id="11" name="Shape 8"/>
          <p:cNvSpPr/>
          <p:nvPr/>
        </p:nvSpPr>
        <p:spPr>
          <a:xfrm>
            <a:off x="5153025" y="1219200"/>
            <a:ext cx="1507006" cy="470866"/>
          </a:xfrm>
          <a:prstGeom prst="rect">
            <a:avLst/>
          </a:prstGeom>
          <a:noFill/>
          <a:ln/>
        </p:spPr>
      </p:sp>
      <p:pic>
        <p:nvPicPr>
          <p:cNvPr id="12" name="Image 1" descr="preencoded.png">    </p:cNvPr>
          <p:cNvPicPr>
            <a:picLocks noChangeAspect="1"/>
          </p:cNvPicPr>
          <p:nvPr/>
        </p:nvPicPr>
        <p:blipFill>
          <a:blip r:embed="rId2"/>
          <a:srcRect l="0" r="0" t="0" b="0"/>
          <a:stretch/>
        </p:blipFill>
        <p:spPr>
          <a:xfrm>
            <a:off x="5153025" y="1295400"/>
            <a:ext cx="1466850" cy="338138"/>
          </a:xfrm>
          <a:prstGeom prst="rect">
            <a:avLst/>
          </a:prstGeom>
        </p:spPr>
      </p:pic>
      <p:sp>
        <p:nvSpPr>
          <p:cNvPr id="13" name="Shape 9"/>
          <p:cNvSpPr/>
          <p:nvPr/>
        </p:nvSpPr>
        <p:spPr>
          <a:xfrm rot="1065061">
            <a:off x="5149598" y="1454633"/>
            <a:ext cx="1544426" cy="0"/>
          </a:xfrm>
          <a:prstGeom prst="line">
            <a:avLst/>
          </a:prstGeom>
          <a:noFill/>
          <a:ln w="9049">
            <a:solidFill>
              <a:srgbClr val="D84709"/>
            </a:solidFill>
            <a:prstDash val="solid"/>
          </a:ln>
        </p:spPr>
      </p:sp>
      <p:sp>
        <p:nvSpPr>
          <p:cNvPr id="14" name="Shape 10"/>
          <p:cNvSpPr/>
          <p:nvPr/>
        </p:nvSpPr>
        <p:spPr>
          <a:xfrm rot="-1065061">
            <a:off x="5149598" y="1454633"/>
            <a:ext cx="1544426" cy="0"/>
          </a:xfrm>
          <a:prstGeom prst="line">
            <a:avLst/>
          </a:prstGeom>
          <a:noFill/>
          <a:ln w="9049">
            <a:solidFill>
              <a:srgbClr val="D84709"/>
            </a:solidFill>
            <a:prstDash val="solid"/>
          </a:ln>
        </p:spPr>
      </p:sp>
      <p:sp>
        <p:nvSpPr>
          <p:cNvPr id="15" name="Shape 11"/>
          <p:cNvSpPr/>
          <p:nvPr/>
        </p:nvSpPr>
        <p:spPr>
          <a:xfrm>
            <a:off x="7050193" y="1219200"/>
            <a:ext cx="1470897" cy="470866"/>
          </a:xfrm>
          <a:prstGeom prst="rect">
            <a:avLst/>
          </a:prstGeom>
          <a:noFill/>
          <a:ln/>
        </p:spPr>
      </p:sp>
      <p:pic>
        <p:nvPicPr>
          <p:cNvPr id="16" name="Image 2" descr="preencoded.png">    </p:cNvPr>
          <p:cNvPicPr>
            <a:picLocks noChangeAspect="1"/>
          </p:cNvPicPr>
          <p:nvPr/>
        </p:nvPicPr>
        <p:blipFill>
          <a:blip r:embed="rId3"/>
          <a:srcRect l="0" r="0" t="0" b="0"/>
          <a:stretch/>
        </p:blipFill>
        <p:spPr>
          <a:xfrm>
            <a:off x="7053263" y="1295400"/>
            <a:ext cx="1501136" cy="374333"/>
          </a:xfrm>
          <a:prstGeom prst="rect">
            <a:avLst/>
          </a:prstGeom>
        </p:spPr>
      </p:pic>
      <p:sp>
        <p:nvSpPr>
          <p:cNvPr id="17" name="Shape 12"/>
          <p:cNvSpPr/>
          <p:nvPr/>
        </p:nvSpPr>
        <p:spPr>
          <a:xfrm rot="1065061">
            <a:off x="7011735" y="1454633"/>
            <a:ext cx="1544426" cy="0"/>
          </a:xfrm>
          <a:prstGeom prst="line">
            <a:avLst/>
          </a:prstGeom>
          <a:noFill/>
          <a:ln w="9049">
            <a:solidFill>
              <a:srgbClr val="D84709"/>
            </a:solidFill>
            <a:prstDash val="solid"/>
          </a:ln>
        </p:spPr>
      </p:sp>
      <p:sp>
        <p:nvSpPr>
          <p:cNvPr id="18" name="Shape 13"/>
          <p:cNvSpPr/>
          <p:nvPr/>
        </p:nvSpPr>
        <p:spPr>
          <a:xfrm rot="-1065061">
            <a:off x="7011735" y="1454633"/>
            <a:ext cx="1544426" cy="0"/>
          </a:xfrm>
          <a:prstGeom prst="line">
            <a:avLst/>
          </a:prstGeom>
          <a:noFill/>
          <a:ln w="9049">
            <a:solidFill>
              <a:srgbClr val="D84709"/>
            </a:solidFill>
            <a:prstDash val="solid"/>
          </a:ln>
        </p:spPr>
      </p:sp>
      <p:sp>
        <p:nvSpPr>
          <p:cNvPr id="19" name="Shape 14"/>
          <p:cNvSpPr/>
          <p:nvPr/>
        </p:nvSpPr>
        <p:spPr>
          <a:xfrm>
            <a:off x="5184651" y="2408087"/>
            <a:ext cx="1473319" cy="470866"/>
          </a:xfrm>
          <a:prstGeom prst="rect">
            <a:avLst/>
          </a:prstGeom>
          <a:noFill/>
          <a:ln/>
        </p:spPr>
      </p:sp>
      <p:pic>
        <p:nvPicPr>
          <p:cNvPr id="20" name="Image 3" descr="preencoded.png">    </p:cNvPr>
          <p:cNvPicPr>
            <a:picLocks noChangeAspect="1"/>
          </p:cNvPicPr>
          <p:nvPr/>
        </p:nvPicPr>
        <p:blipFill>
          <a:blip r:embed="rId4"/>
          <a:srcRect l="0" r="0" t="0" b="0"/>
          <a:stretch/>
        </p:blipFill>
        <p:spPr>
          <a:xfrm>
            <a:off x="5227327" y="2491125"/>
            <a:ext cx="1430638" cy="337800"/>
          </a:xfrm>
          <a:prstGeom prst="rect">
            <a:avLst/>
          </a:prstGeom>
        </p:spPr>
      </p:pic>
      <p:sp>
        <p:nvSpPr>
          <p:cNvPr id="21" name="Shape 15"/>
          <p:cNvSpPr/>
          <p:nvPr/>
        </p:nvSpPr>
        <p:spPr>
          <a:xfrm rot="1065061">
            <a:off x="5144835" y="2640496"/>
            <a:ext cx="1544426" cy="0"/>
          </a:xfrm>
          <a:prstGeom prst="line">
            <a:avLst/>
          </a:prstGeom>
          <a:noFill/>
          <a:ln w="9049">
            <a:solidFill>
              <a:srgbClr val="D84709"/>
            </a:solidFill>
            <a:prstDash val="solid"/>
          </a:ln>
        </p:spPr>
      </p:sp>
      <p:sp>
        <p:nvSpPr>
          <p:cNvPr id="22" name="Shape 16"/>
          <p:cNvSpPr/>
          <p:nvPr/>
        </p:nvSpPr>
        <p:spPr>
          <a:xfrm rot="-1065061">
            <a:off x="5144835" y="2640496"/>
            <a:ext cx="1544426" cy="0"/>
          </a:xfrm>
          <a:prstGeom prst="line">
            <a:avLst/>
          </a:prstGeom>
          <a:noFill/>
          <a:ln w="9049">
            <a:solidFill>
              <a:srgbClr val="D84709"/>
            </a:solidFill>
            <a:prstDash val="solid"/>
          </a:ln>
        </p:spPr>
      </p:sp>
      <p:sp>
        <p:nvSpPr>
          <p:cNvPr id="23" name="Shape 17"/>
          <p:cNvSpPr/>
          <p:nvPr/>
        </p:nvSpPr>
        <p:spPr>
          <a:xfrm>
            <a:off x="7050193" y="2408945"/>
            <a:ext cx="1470897" cy="470866"/>
          </a:xfrm>
          <a:prstGeom prst="rect">
            <a:avLst/>
          </a:prstGeom>
          <a:noFill/>
          <a:ln/>
        </p:spPr>
      </p:sp>
      <p:pic>
        <p:nvPicPr>
          <p:cNvPr id="24" name="Image 4" descr="preencoded.png">    </p:cNvPr>
          <p:cNvPicPr>
            <a:picLocks noChangeAspect="1"/>
          </p:cNvPicPr>
          <p:nvPr/>
        </p:nvPicPr>
        <p:blipFill>
          <a:blip r:embed="rId5"/>
          <a:srcRect l="0" r="4092" t="0" b="14192"/>
          <a:stretch/>
        </p:blipFill>
        <p:spPr>
          <a:xfrm>
            <a:off x="7034688" y="2359070"/>
            <a:ext cx="1442451" cy="516199"/>
          </a:xfrm>
          <a:prstGeom prst="rect">
            <a:avLst/>
          </a:prstGeom>
        </p:spPr>
      </p:pic>
      <p:sp>
        <p:nvSpPr>
          <p:cNvPr id="25" name="Shape 18"/>
          <p:cNvSpPr/>
          <p:nvPr/>
        </p:nvSpPr>
        <p:spPr>
          <a:xfrm rot="1065061">
            <a:off x="7011735" y="2640496"/>
            <a:ext cx="1544426" cy="0"/>
          </a:xfrm>
          <a:prstGeom prst="line">
            <a:avLst/>
          </a:prstGeom>
          <a:noFill/>
          <a:ln w="9049">
            <a:solidFill>
              <a:srgbClr val="D84709"/>
            </a:solidFill>
            <a:prstDash val="solid"/>
          </a:ln>
        </p:spPr>
      </p:sp>
      <p:sp>
        <p:nvSpPr>
          <p:cNvPr id="26" name="Shape 19"/>
          <p:cNvSpPr/>
          <p:nvPr/>
        </p:nvSpPr>
        <p:spPr>
          <a:xfrm rot="-1065061">
            <a:off x="7011735" y="2640496"/>
            <a:ext cx="1544426" cy="0"/>
          </a:xfrm>
          <a:prstGeom prst="line">
            <a:avLst/>
          </a:prstGeom>
          <a:noFill/>
          <a:ln w="9049">
            <a:solidFill>
              <a:srgbClr val="D84709"/>
            </a:solidFill>
            <a:prstDash val="solid"/>
          </a:ln>
        </p:spPr>
      </p:sp>
      <p:sp>
        <p:nvSpPr>
          <p:cNvPr id="27" name="Shape 20"/>
          <p:cNvSpPr/>
          <p:nvPr/>
        </p:nvSpPr>
        <p:spPr>
          <a:xfrm>
            <a:off x="5186363" y="3586918"/>
            <a:ext cx="1473664" cy="470866"/>
          </a:xfrm>
          <a:prstGeom prst="rect">
            <a:avLst/>
          </a:prstGeom>
          <a:noFill/>
          <a:ln/>
        </p:spPr>
      </p:sp>
      <p:pic>
        <p:nvPicPr>
          <p:cNvPr id="28" name="Image 5" descr="preencoded.png">    </p:cNvPr>
          <p:cNvPicPr>
            <a:picLocks noChangeAspect="1"/>
          </p:cNvPicPr>
          <p:nvPr/>
        </p:nvPicPr>
        <p:blipFill>
          <a:blip r:embed="rId6"/>
          <a:srcRect l="0" r="0" t="0" b="0"/>
          <a:stretch/>
        </p:blipFill>
        <p:spPr>
          <a:xfrm>
            <a:off x="5186363" y="3681413"/>
            <a:ext cx="1466850" cy="338138"/>
          </a:xfrm>
          <a:prstGeom prst="rect">
            <a:avLst/>
          </a:prstGeom>
        </p:spPr>
      </p:pic>
      <p:sp>
        <p:nvSpPr>
          <p:cNvPr id="29" name="Shape 21"/>
          <p:cNvSpPr/>
          <p:nvPr/>
        </p:nvSpPr>
        <p:spPr>
          <a:xfrm rot="1065061">
            <a:off x="5149598" y="3821596"/>
            <a:ext cx="1544426" cy="0"/>
          </a:xfrm>
          <a:prstGeom prst="line">
            <a:avLst/>
          </a:prstGeom>
          <a:noFill/>
          <a:ln w="9049">
            <a:solidFill>
              <a:srgbClr val="D84709"/>
            </a:solidFill>
            <a:prstDash val="solid"/>
          </a:ln>
        </p:spPr>
      </p:sp>
      <p:sp>
        <p:nvSpPr>
          <p:cNvPr id="30" name="Shape 22"/>
          <p:cNvSpPr/>
          <p:nvPr/>
        </p:nvSpPr>
        <p:spPr>
          <a:xfrm rot="-1065061">
            <a:off x="5149598" y="3821596"/>
            <a:ext cx="1544426" cy="0"/>
          </a:xfrm>
          <a:prstGeom prst="line">
            <a:avLst/>
          </a:prstGeom>
          <a:noFill/>
          <a:ln w="9049">
            <a:solidFill>
              <a:srgbClr val="D84709"/>
            </a:solidFill>
            <a:prstDash val="solid"/>
          </a:ln>
        </p:spPr>
      </p:sp>
      <p:sp>
        <p:nvSpPr>
          <p:cNvPr id="31" name="Shape 23"/>
          <p:cNvSpPr/>
          <p:nvPr/>
        </p:nvSpPr>
        <p:spPr>
          <a:xfrm>
            <a:off x="7048500" y="3586919"/>
            <a:ext cx="1472585" cy="470867"/>
          </a:xfrm>
          <a:prstGeom prst="rect">
            <a:avLst/>
          </a:prstGeom>
          <a:noFill/>
          <a:ln/>
        </p:spPr>
      </p:sp>
      <p:pic>
        <p:nvPicPr>
          <p:cNvPr id="32" name="Image 6" descr="preencoded.png">    </p:cNvPr>
          <p:cNvPicPr>
            <a:picLocks noChangeAspect="1"/>
          </p:cNvPicPr>
          <p:nvPr/>
        </p:nvPicPr>
        <p:blipFill>
          <a:blip r:embed="rId7"/>
          <a:srcRect l="0" r="0" t="0" b="0"/>
          <a:stretch/>
        </p:blipFill>
        <p:spPr>
          <a:xfrm>
            <a:off x="7048500" y="3681413"/>
            <a:ext cx="1466850" cy="338138"/>
          </a:xfrm>
          <a:prstGeom prst="rect">
            <a:avLst/>
          </a:prstGeom>
        </p:spPr>
      </p:pic>
      <p:sp>
        <p:nvSpPr>
          <p:cNvPr id="33" name="Shape 24"/>
          <p:cNvSpPr/>
          <p:nvPr/>
        </p:nvSpPr>
        <p:spPr>
          <a:xfrm rot="1065061">
            <a:off x="7011735" y="3821596"/>
            <a:ext cx="1544426" cy="0"/>
          </a:xfrm>
          <a:prstGeom prst="line">
            <a:avLst/>
          </a:prstGeom>
          <a:noFill/>
          <a:ln w="9049">
            <a:solidFill>
              <a:srgbClr val="D84709"/>
            </a:solidFill>
            <a:prstDash val="solid"/>
          </a:ln>
        </p:spPr>
      </p:sp>
      <p:sp>
        <p:nvSpPr>
          <p:cNvPr id="34" name="Shape 25"/>
          <p:cNvSpPr/>
          <p:nvPr/>
        </p:nvSpPr>
        <p:spPr>
          <a:xfrm rot="-1065061">
            <a:off x="7011735" y="3821596"/>
            <a:ext cx="1544426" cy="0"/>
          </a:xfrm>
          <a:prstGeom prst="line">
            <a:avLst/>
          </a:prstGeom>
          <a:noFill/>
          <a:ln w="9049">
            <a:solidFill>
              <a:srgbClr val="D84709"/>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C1E85"/>
        </a:solidFill>
      </p:bgPr>
    </p:bg>
    <p:spTree>
      <p:nvGrpSpPr>
        <p:cNvPr id="1" name=""/>
        <p:cNvGrpSpPr/>
        <p:nvPr/>
      </p:nvGrpSpPr>
      <p:grpSpPr>
        <a:xfrm>
          <a:off x="0" y="0"/>
          <a:ext cx="0" cy="0"/>
          <a:chOff x="0" y="0"/>
          <a:chExt cx="0" cy="0"/>
        </a:xfrm>
      </p:grpSpPr>
      <p:sp>
        <p:nvSpPr>
          <p:cNvPr id="2" name="Text 0"/>
          <p:cNvSpPr/>
          <p:nvPr/>
        </p:nvSpPr>
        <p:spPr>
          <a:xfrm>
            <a:off x="571500" y="3609975"/>
            <a:ext cx="5010150" cy="857250"/>
          </a:xfrm>
          <a:prstGeom prst="rect">
            <a:avLst/>
          </a:prstGeom>
          <a:noFill/>
          <a:ln/>
        </p:spPr>
        <p:txBody>
          <a:bodyPr wrap="square" lIns="0" tIns="0" rIns="0" bIns="0" rtlCol="0" anchor="ctr"/>
          <a:lstStyle/>
          <a:p>
            <a:pPr algn="l" indent="0" marL="0">
              <a:lnSpc>
                <a:spcPts val="6413"/>
              </a:lnSpc>
              <a:buNone/>
            </a:pPr>
            <a:r>
              <a:rPr lang="en-US" sz="6413" spc="-64" kern="0" dirty="0">
                <a:solidFill>
                  <a:srgbClr val="FFF2F5">
                    <a:alpha val="99000"/>
                  </a:srgbClr>
                </a:solidFill>
                <a:latin typeface="Archivo Variable" pitchFamily="34" charset="0"/>
                <a:ea typeface="Archivo Variable" pitchFamily="34" charset="-122"/>
                <a:cs typeface="Archivo Variable" pitchFamily="34" charset="-120"/>
              </a:rPr>
              <a:t>Typography</a:t>
            </a:r>
            <a:endParaRPr lang="en-US" sz="6413" dirty="0"/>
          </a:p>
        </p:txBody>
      </p:sp>
      <p:sp>
        <p:nvSpPr>
          <p:cNvPr id="3" name="Text 1"/>
          <p:cNvSpPr/>
          <p:nvPr/>
        </p:nvSpPr>
        <p:spPr>
          <a:xfrm>
            <a:off x="4062412" y="3609975"/>
            <a:ext cx="4510088" cy="857250"/>
          </a:xfrm>
          <a:prstGeom prst="rect">
            <a:avLst/>
          </a:prstGeom>
          <a:noFill/>
          <a:ln/>
        </p:spPr>
        <p:txBody>
          <a:bodyPr wrap="square" lIns="0" tIns="0" rIns="0" bIns="0" rtlCol="0" anchor="ctr"/>
          <a:lstStyle/>
          <a:p>
            <a:pPr algn="r" indent="0" marL="0">
              <a:lnSpc>
                <a:spcPts val="6413"/>
              </a:lnSpc>
              <a:buNone/>
            </a:pPr>
            <a:r>
              <a:rPr lang="en-US" sz="6413" spc="-64" kern="0" dirty="0">
                <a:solidFill>
                  <a:srgbClr val="FFF2F5">
                    <a:alpha val="99000"/>
                  </a:srgbClr>
                </a:solidFill>
                <a:latin typeface="Archivo Variable" pitchFamily="34" charset="0"/>
                <a:ea typeface="Archivo Variable" pitchFamily="34" charset="-122"/>
                <a:cs typeface="Archivo Variable" pitchFamily="34" charset="-120"/>
              </a:rPr>
              <a:t>02</a:t>
            </a:r>
            <a:endParaRPr lang="en-US" sz="6413" dirty="0"/>
          </a:p>
        </p:txBody>
      </p:sp>
      <p:pic>
        <p:nvPicPr>
          <p:cNvPr id="4" name="Image 0" descr="preencoded.png">    </p:cNvPr>
          <p:cNvPicPr>
            <a:picLocks noChangeAspect="1"/>
          </p:cNvPicPr>
          <p:nvPr/>
        </p:nvPicPr>
        <p:blipFill>
          <a:blip r:embed="rId1"/>
          <a:srcRect l="0" r="0" t="0" b="0"/>
          <a:stretch/>
        </p:blipFill>
        <p:spPr>
          <a:xfrm>
            <a:off x="571500" y="285750"/>
            <a:ext cx="8001000" cy="457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2F5"/>
        </a:solidFill>
      </p:bgPr>
    </p:bg>
    <p:spTree>
      <p:nvGrpSpPr>
        <p:cNvPr id="1" name=""/>
        <p:cNvGrpSpPr/>
        <p:nvPr/>
      </p:nvGrpSpPr>
      <p:grpSpPr>
        <a:xfrm>
          <a:off x="0" y="0"/>
          <a:ext cx="0" cy="0"/>
          <a:chOff x="0" y="0"/>
          <a:chExt cx="0" cy="0"/>
        </a:xfrm>
      </p:grpSpPr>
      <p:sp>
        <p:nvSpPr>
          <p:cNvPr id="2" name="Text 0"/>
          <p:cNvSpPr/>
          <p:nvPr/>
        </p:nvSpPr>
        <p:spPr>
          <a:xfrm>
            <a:off x="2316956" y="2628900"/>
            <a:ext cx="4510088" cy="481012"/>
          </a:xfrm>
          <a:prstGeom prst="rect">
            <a:avLst/>
          </a:prstGeom>
          <a:noFill/>
          <a:ln/>
        </p:spPr>
        <p:txBody>
          <a:bodyPr wrap="square" lIns="0" tIns="0" rIns="0" bIns="0" rtlCol="0" anchor="ctr"/>
          <a:lstStyle/>
          <a:p>
            <a:pPr algn="ctr" indent="0" marL="0">
              <a:lnSpc>
                <a:spcPts val="3591"/>
              </a:lnSpc>
              <a:buNone/>
            </a:pPr>
            <a:r>
              <a:rPr lang="en-US" sz="2992" dirty="0">
                <a:solidFill>
                  <a:srgbClr val="1E125E">
                    <a:alpha val="99000"/>
                  </a:srgbClr>
                </a:solidFill>
                <a:latin typeface="Inter" pitchFamily="34" charset="0"/>
                <a:ea typeface="Inter" pitchFamily="34" charset="-122"/>
                <a:cs typeface="Inter" pitchFamily="34" charset="-120"/>
              </a:rPr>
              <a:t>Headings &amp; Paragraphs</a:t>
            </a:r>
            <a:endParaRPr lang="en-US" sz="2992" dirty="0"/>
          </a:p>
        </p:txBody>
      </p:sp>
      <p:sp>
        <p:nvSpPr>
          <p:cNvPr id="3" name="Shape 1"/>
          <p:cNvSpPr/>
          <p:nvPr/>
        </p:nvSpPr>
        <p:spPr>
          <a:xfrm>
            <a:off x="3752850" y="3281363"/>
            <a:ext cx="1633538" cy="280988"/>
          </a:xfrm>
          <a:prstGeom prst="roundRect">
            <a:avLst>
              <a:gd name="adj" fmla="val 3254231"/>
            </a:avLst>
          </a:prstGeom>
          <a:solidFill>
            <a:srgbClr val="1C1E85"/>
          </a:solidFill>
          <a:ln/>
        </p:spPr>
      </p:sp>
      <p:sp>
        <p:nvSpPr>
          <p:cNvPr id="4" name="Text 2"/>
          <p:cNvSpPr/>
          <p:nvPr/>
        </p:nvSpPr>
        <p:spPr>
          <a:xfrm>
            <a:off x="3752850" y="3281363"/>
            <a:ext cx="1633538" cy="280988"/>
          </a:xfrm>
          <a:prstGeom prst="rect">
            <a:avLst/>
          </a:prstGeom>
          <a:noFill/>
          <a:ln/>
        </p:spPr>
        <p:txBody>
          <a:bodyPr wrap="square" lIns="0" tIns="0" rIns="0" bIns="0" rtlCol="0" anchor="ctr"/>
          <a:lstStyle/>
          <a:p>
            <a:pPr algn="ctr" indent="0" marL="0">
              <a:lnSpc>
                <a:spcPts val="1140"/>
              </a:lnSpc>
              <a:buNone/>
            </a:pPr>
            <a:r>
              <a:rPr lang="en-US" sz="1140" dirty="0">
                <a:solidFill>
                  <a:srgbClr val="FFF2F5">
                    <a:alpha val="99000"/>
                  </a:srgbClr>
                </a:solidFill>
                <a:latin typeface="Inter Tight" pitchFamily="34" charset="0"/>
                <a:ea typeface="Inter Tight" pitchFamily="34" charset="-122"/>
                <a:cs typeface="Inter Tight" pitchFamily="34" charset="-120"/>
              </a:rPr>
              <a:t>Google Typeface</a:t>
            </a:r>
            <a:endParaRPr lang="en-US" sz="1140" dirty="0"/>
          </a:p>
        </p:txBody>
      </p:sp>
      <p:sp>
        <p:nvSpPr>
          <p:cNvPr id="5" name="Text 3"/>
          <p:cNvSpPr/>
          <p:nvPr/>
        </p:nvSpPr>
        <p:spPr>
          <a:xfrm>
            <a:off x="2566988" y="1585913"/>
            <a:ext cx="4010025" cy="1028700"/>
          </a:xfrm>
          <a:prstGeom prst="rect">
            <a:avLst/>
          </a:prstGeom>
          <a:noFill/>
          <a:ln/>
        </p:spPr>
        <p:txBody>
          <a:bodyPr wrap="square" lIns="0" tIns="0" rIns="0" bIns="0" rtlCol="0" anchor="ctr"/>
          <a:lstStyle/>
          <a:p>
            <a:pPr algn="ctr" indent="0" marL="0">
              <a:lnSpc>
                <a:spcPts val="7695"/>
              </a:lnSpc>
              <a:buNone/>
            </a:pPr>
            <a:r>
              <a:rPr lang="en-US" sz="6413" dirty="0">
                <a:solidFill>
                  <a:srgbClr val="1E125E">
                    <a:alpha val="99000"/>
                  </a:srgbClr>
                </a:solidFill>
                <a:latin typeface="Archivo Variable" pitchFamily="34" charset="0"/>
                <a:ea typeface="Archivo Variable" pitchFamily="34" charset="-122"/>
                <a:cs typeface="Archivo Variable" pitchFamily="34" charset="-120"/>
              </a:rPr>
              <a:t>Archivo</a:t>
            </a:r>
            <a:endParaRPr lang="en-US" sz="6413" dirty="0"/>
          </a:p>
        </p:txBody>
      </p:sp>
      <p:pic>
        <p:nvPicPr>
          <p:cNvPr id="6" name="Image 0" descr="preencoded.png">    </p:cNvPr>
          <p:cNvPicPr>
            <a:picLocks noChangeAspect="1"/>
          </p:cNvPicPr>
          <p:nvPr/>
        </p:nvPicPr>
        <p:blipFill>
          <a:blip r:embed="rId1"/>
          <a:srcRect l="0" r="0" t="0" b="0"/>
          <a:stretch/>
        </p:blipFill>
        <p:spPr>
          <a:xfrm>
            <a:off x="571500" y="285750"/>
            <a:ext cx="8001000" cy="4572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2F5"/>
        </a:solidFill>
      </p:bgPr>
    </p:bg>
    <p:spTree>
      <p:nvGrpSpPr>
        <p:cNvPr id="1" name=""/>
        <p:cNvGrpSpPr/>
        <p:nvPr/>
      </p:nvGrpSpPr>
      <p:grpSpPr>
        <a:xfrm>
          <a:off x="0" y="0"/>
          <a:ext cx="0" cy="0"/>
          <a:chOff x="0" y="0"/>
          <a:chExt cx="0" cy="0"/>
        </a:xfrm>
      </p:grpSpPr>
      <p:sp>
        <p:nvSpPr>
          <p:cNvPr id="2" name="Shape 0"/>
          <p:cNvSpPr/>
          <p:nvPr/>
        </p:nvSpPr>
        <p:spPr>
          <a:xfrm>
            <a:off x="4572000" y="0"/>
            <a:ext cx="4572000" cy="5143500"/>
          </a:xfrm>
          <a:prstGeom prst="rect">
            <a:avLst/>
          </a:prstGeom>
          <a:solidFill>
            <a:srgbClr val="1C1E85"/>
          </a:solidFill>
          <a:ln/>
        </p:spPr>
      </p:sp>
      <p:sp>
        <p:nvSpPr>
          <p:cNvPr id="3" name="Shape 1"/>
          <p:cNvSpPr/>
          <p:nvPr/>
        </p:nvSpPr>
        <p:spPr>
          <a:xfrm>
            <a:off x="5076825" y="1466850"/>
            <a:ext cx="3562350" cy="2705100"/>
          </a:xfrm>
          <a:prstGeom prst="rect">
            <a:avLst/>
          </a:prstGeom>
          <a:noFill/>
          <a:ln/>
        </p:spPr>
      </p:sp>
      <p:sp>
        <p:nvSpPr>
          <p:cNvPr id="4" name="Text 2"/>
          <p:cNvSpPr/>
          <p:nvPr/>
        </p:nvSpPr>
        <p:spPr>
          <a:xfrm>
            <a:off x="4602956" y="1466850"/>
            <a:ext cx="4510088" cy="738188"/>
          </a:xfrm>
          <a:prstGeom prst="rect">
            <a:avLst/>
          </a:prstGeom>
          <a:noFill/>
          <a:ln/>
        </p:spPr>
        <p:txBody>
          <a:bodyPr wrap="square" lIns="0" tIns="0" rIns="0" bIns="0" rtlCol="0" anchor="ctr"/>
          <a:lstStyle/>
          <a:p>
            <a:pPr algn="ctr" indent="0" marL="0">
              <a:lnSpc>
                <a:spcPts val="5536"/>
              </a:lnSpc>
              <a:buNone/>
            </a:pPr>
            <a:r>
              <a:rPr lang="en-US" sz="5272" dirty="0">
                <a:solidFill>
                  <a:srgbClr val="FFFFFF">
                    <a:alpha val="99000"/>
                  </a:srgbClr>
                </a:solidFill>
                <a:latin typeface="Archivo Variable" pitchFamily="34" charset="0"/>
                <a:ea typeface="Archivo Variable" pitchFamily="34" charset="-122"/>
                <a:cs typeface="Archivo Variable" pitchFamily="34" charset="-120"/>
              </a:rPr>
              <a:t>Regular</a:t>
            </a:r>
            <a:endParaRPr lang="en-US" sz="5272" dirty="0"/>
          </a:p>
        </p:txBody>
      </p:sp>
      <p:sp>
        <p:nvSpPr>
          <p:cNvPr id="5" name="Text 3"/>
          <p:cNvSpPr/>
          <p:nvPr/>
        </p:nvSpPr>
        <p:spPr>
          <a:xfrm>
            <a:off x="4602956" y="2450306"/>
            <a:ext cx="4510088" cy="738188"/>
          </a:xfrm>
          <a:prstGeom prst="rect">
            <a:avLst/>
          </a:prstGeom>
          <a:noFill/>
          <a:ln/>
        </p:spPr>
        <p:txBody>
          <a:bodyPr wrap="square" lIns="0" tIns="0" rIns="0" bIns="0" rtlCol="0" anchor="ctr"/>
          <a:lstStyle/>
          <a:p>
            <a:pPr algn="ctr" indent="0" marL="0">
              <a:lnSpc>
                <a:spcPts val="5536"/>
              </a:lnSpc>
              <a:buNone/>
            </a:pPr>
            <a:r>
              <a:rPr lang="en-US" sz="5272" dirty="0">
                <a:solidFill>
                  <a:srgbClr val="FFFFFF">
                    <a:alpha val="99000"/>
                  </a:srgbClr>
                </a:solidFill>
                <a:latin typeface="Archivo Variable" pitchFamily="34" charset="0"/>
                <a:ea typeface="Archivo Variable" pitchFamily="34" charset="-122"/>
                <a:cs typeface="Archivo Variable" pitchFamily="34" charset="-120"/>
              </a:rPr>
              <a:t>Medium</a:t>
            </a:r>
            <a:endParaRPr lang="en-US" sz="5272" dirty="0"/>
          </a:p>
        </p:txBody>
      </p:sp>
      <p:sp>
        <p:nvSpPr>
          <p:cNvPr id="6" name="Text 4"/>
          <p:cNvSpPr/>
          <p:nvPr/>
        </p:nvSpPr>
        <p:spPr>
          <a:xfrm>
            <a:off x="4602956" y="3433763"/>
            <a:ext cx="4510088" cy="738188"/>
          </a:xfrm>
          <a:prstGeom prst="rect">
            <a:avLst/>
          </a:prstGeom>
          <a:noFill/>
          <a:ln/>
        </p:spPr>
        <p:txBody>
          <a:bodyPr wrap="square" lIns="0" tIns="0" rIns="0" bIns="0" rtlCol="0" anchor="ctr"/>
          <a:lstStyle/>
          <a:p>
            <a:pPr algn="ctr" indent="0" marL="0">
              <a:lnSpc>
                <a:spcPts val="5536"/>
              </a:lnSpc>
              <a:buNone/>
            </a:pPr>
            <a:r>
              <a:rPr lang="en-US" sz="5272" i="1" dirty="0">
                <a:solidFill>
                  <a:srgbClr val="FFFFFF">
                    <a:alpha val="99000"/>
                  </a:srgbClr>
                </a:solidFill>
                <a:latin typeface="Archivo Variable" pitchFamily="34" charset="0"/>
                <a:ea typeface="Archivo Variable" pitchFamily="34" charset="-122"/>
                <a:cs typeface="Archivo Variable" pitchFamily="34" charset="-120"/>
              </a:rPr>
              <a:t>Italic</a:t>
            </a:r>
            <a:endParaRPr lang="en-US" sz="5272" dirty="0"/>
          </a:p>
        </p:txBody>
      </p:sp>
      <p:sp>
        <p:nvSpPr>
          <p:cNvPr id="7" name="Text 5"/>
          <p:cNvSpPr/>
          <p:nvPr/>
        </p:nvSpPr>
        <p:spPr>
          <a:xfrm>
            <a:off x="619125" y="1000125"/>
            <a:ext cx="2781300" cy="2366963"/>
          </a:xfrm>
          <a:prstGeom prst="rect">
            <a:avLst/>
          </a:prstGeom>
          <a:noFill/>
          <a:ln/>
        </p:spPr>
        <p:txBody>
          <a:bodyPr wrap="square" lIns="0" tIns="0" rIns="0" bIns="0" rtlCol="0" anchor="ctr"/>
          <a:lstStyle/>
          <a:p>
            <a:pPr algn="l" indent="0" marL="0">
              <a:lnSpc>
                <a:spcPts val="1425"/>
              </a:lnSpc>
              <a:buNone/>
            </a:pPr>
            <a:r>
              <a:rPr lang="en-US" sz="1140" spc="-11" kern="0" dirty="0">
                <a:solidFill>
                  <a:srgbClr val="1E125E">
                    <a:alpha val="99000"/>
                  </a:srgbClr>
                </a:solidFill>
                <a:latin typeface="Inter" pitchFamily="34" charset="0"/>
                <a:ea typeface="Inter" pitchFamily="34" charset="-122"/>
                <a:cs typeface="Inter" pitchFamily="34" charset="-120"/>
              </a:rPr>
              <a:t>Archivo is a grotesque sans serif typeface family originally designed for highlights and headlines. This family is reminiscent of late nineteenth century American typefaces. The technical and aesthetic characteristics of the font are both crafted for high performance typography.</a:t>
            </a:r>
            <a:endParaRPr lang="en-US" sz="1140" dirty="0"/>
          </a:p>
          <a:p>
            <a:pPr algn="l" indent="0" marL="0">
              <a:lnSpc>
                <a:spcPts val="1425"/>
              </a:lnSpc>
              <a:buNone/>
            </a:pPr>
            <a:r>
              <a:rPr lang="en-US" sz="1140" spc="-11" kern="0" dirty="0">
                <a:solidFill>
                  <a:srgbClr val="1E125E">
                    <a:alpha val="99000"/>
                  </a:srgbClr>
                </a:solidFill>
                <a:latin typeface="Inter" pitchFamily="34" charset="0"/>
                <a:ea typeface="Inter" pitchFamily="34" charset="-122"/>
                <a:cs typeface="Inter" pitchFamily="34" charset="-120"/>
              </a:rPr>
              <a:t>Archivo should be used for headings and subheadings.</a:t>
            </a:r>
            <a:endParaRPr lang="en-US" sz="1140" dirty="0"/>
          </a:p>
        </p:txBody>
      </p:sp>
      <p:pic>
        <p:nvPicPr>
          <p:cNvPr id="8" name="Image 0" descr="preencoded.png">    </p:cNvPr>
          <p:cNvPicPr>
            <a:picLocks noChangeAspect="1"/>
          </p:cNvPicPr>
          <p:nvPr/>
        </p:nvPicPr>
        <p:blipFill>
          <a:blip r:embed="rId1"/>
          <a:srcRect l="0" r="0" t="0" b="0"/>
          <a:stretch/>
        </p:blipFill>
        <p:spPr>
          <a:xfrm>
            <a:off x="571500" y="285750"/>
            <a:ext cx="8001000" cy="4572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2F5"/>
        </a:solidFill>
      </p:bgPr>
    </p:bg>
    <p:spTree>
      <p:nvGrpSpPr>
        <p:cNvPr id="1" name=""/>
        <p:cNvGrpSpPr/>
        <p:nvPr/>
      </p:nvGrpSpPr>
      <p:grpSpPr>
        <a:xfrm>
          <a:off x="0" y="0"/>
          <a:ext cx="0" cy="0"/>
          <a:chOff x="0" y="0"/>
          <a:chExt cx="0" cy="0"/>
        </a:xfrm>
      </p:grpSpPr>
      <p:sp>
        <p:nvSpPr>
          <p:cNvPr id="2" name="Text 0"/>
          <p:cNvSpPr/>
          <p:nvPr/>
        </p:nvSpPr>
        <p:spPr>
          <a:xfrm>
            <a:off x="2133600" y="2614613"/>
            <a:ext cx="4876800" cy="481012"/>
          </a:xfrm>
          <a:prstGeom prst="rect">
            <a:avLst/>
          </a:prstGeom>
          <a:noFill/>
          <a:ln/>
        </p:spPr>
        <p:txBody>
          <a:bodyPr wrap="square" lIns="0" tIns="0" rIns="0" bIns="0" rtlCol="0" anchor="ctr"/>
          <a:lstStyle/>
          <a:p>
            <a:pPr algn="ctr" indent="0" marL="0">
              <a:lnSpc>
                <a:spcPts val="3591"/>
              </a:lnSpc>
              <a:buNone/>
            </a:pPr>
            <a:r>
              <a:rPr lang="en-US" sz="2992" dirty="0">
                <a:solidFill>
                  <a:srgbClr val="1E125E">
                    <a:alpha val="99000"/>
                  </a:srgbClr>
                </a:solidFill>
                <a:latin typeface="Inter" pitchFamily="34" charset="0"/>
                <a:ea typeface="Inter" pitchFamily="34" charset="-122"/>
                <a:cs typeface="Inter" pitchFamily="34" charset="-120"/>
              </a:rPr>
              <a:t>Paragraphs &amp; Body Text</a:t>
            </a:r>
            <a:endParaRPr lang="en-US" sz="2992" dirty="0"/>
          </a:p>
        </p:txBody>
      </p:sp>
      <p:sp>
        <p:nvSpPr>
          <p:cNvPr id="3" name="Shape 1"/>
          <p:cNvSpPr/>
          <p:nvPr/>
        </p:nvSpPr>
        <p:spPr>
          <a:xfrm>
            <a:off x="3752850" y="3281363"/>
            <a:ext cx="1633538" cy="280988"/>
          </a:xfrm>
          <a:prstGeom prst="roundRect">
            <a:avLst>
              <a:gd name="adj" fmla="val 3254231"/>
            </a:avLst>
          </a:prstGeom>
          <a:solidFill>
            <a:srgbClr val="1C1E85"/>
          </a:solidFill>
          <a:ln/>
        </p:spPr>
      </p:sp>
      <p:sp>
        <p:nvSpPr>
          <p:cNvPr id="4" name="Text 2"/>
          <p:cNvSpPr/>
          <p:nvPr/>
        </p:nvSpPr>
        <p:spPr>
          <a:xfrm>
            <a:off x="3752850" y="3281363"/>
            <a:ext cx="1633538" cy="280988"/>
          </a:xfrm>
          <a:prstGeom prst="rect">
            <a:avLst/>
          </a:prstGeom>
          <a:noFill/>
          <a:ln/>
        </p:spPr>
        <p:txBody>
          <a:bodyPr wrap="square" lIns="0" tIns="0" rIns="0" bIns="0" rtlCol="0" anchor="ctr"/>
          <a:lstStyle/>
          <a:p>
            <a:pPr algn="ctr" indent="0" marL="0">
              <a:lnSpc>
                <a:spcPts val="1140"/>
              </a:lnSpc>
              <a:buNone/>
            </a:pPr>
            <a:r>
              <a:rPr lang="en-US" sz="1140" dirty="0">
                <a:solidFill>
                  <a:srgbClr val="FFF2F5">
                    <a:alpha val="99000"/>
                  </a:srgbClr>
                </a:solidFill>
                <a:latin typeface="Inter Tight" pitchFamily="34" charset="0"/>
                <a:ea typeface="Inter Tight" pitchFamily="34" charset="-122"/>
                <a:cs typeface="Inter Tight" pitchFamily="34" charset="-120"/>
              </a:rPr>
              <a:t>Google Typeface</a:t>
            </a:r>
            <a:endParaRPr lang="en-US" sz="1140" dirty="0"/>
          </a:p>
        </p:txBody>
      </p:sp>
      <p:sp>
        <p:nvSpPr>
          <p:cNvPr id="5" name="Text 3"/>
          <p:cNvSpPr/>
          <p:nvPr/>
        </p:nvSpPr>
        <p:spPr>
          <a:xfrm>
            <a:off x="2566988" y="1585913"/>
            <a:ext cx="4010025" cy="1028700"/>
          </a:xfrm>
          <a:prstGeom prst="rect">
            <a:avLst/>
          </a:prstGeom>
          <a:noFill/>
          <a:ln/>
        </p:spPr>
        <p:txBody>
          <a:bodyPr wrap="square" lIns="0" tIns="0" rIns="0" bIns="0" rtlCol="0" anchor="ctr"/>
          <a:lstStyle/>
          <a:p>
            <a:pPr algn="ctr" indent="0" marL="0">
              <a:lnSpc>
                <a:spcPts val="7695"/>
              </a:lnSpc>
              <a:buNone/>
            </a:pPr>
            <a:r>
              <a:rPr lang="en-US" sz="6413" dirty="0">
                <a:solidFill>
                  <a:srgbClr val="1E125E">
                    <a:alpha val="99000"/>
                  </a:srgbClr>
                </a:solidFill>
                <a:latin typeface="Inter" pitchFamily="34" charset="0"/>
                <a:ea typeface="Inter" pitchFamily="34" charset="-122"/>
                <a:cs typeface="Inter" pitchFamily="34" charset="-120"/>
              </a:rPr>
              <a:t>Inter</a:t>
            </a:r>
            <a:endParaRPr lang="en-US" sz="6413" dirty="0"/>
          </a:p>
        </p:txBody>
      </p:sp>
      <p:pic>
        <p:nvPicPr>
          <p:cNvPr id="6" name="Image 0" descr="preencoded.png">    </p:cNvPr>
          <p:cNvPicPr>
            <a:picLocks noChangeAspect="1"/>
          </p:cNvPicPr>
          <p:nvPr/>
        </p:nvPicPr>
        <p:blipFill>
          <a:blip r:embed="rId1"/>
          <a:srcRect l="0" r="0" t="0" b="0"/>
          <a:stretch/>
        </p:blipFill>
        <p:spPr>
          <a:xfrm>
            <a:off x="571500" y="285750"/>
            <a:ext cx="8001000" cy="457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2F5"/>
        </a:solidFill>
      </p:bgPr>
    </p:bg>
    <p:spTree>
      <p:nvGrpSpPr>
        <p:cNvPr id="1" name=""/>
        <p:cNvGrpSpPr/>
        <p:nvPr/>
      </p:nvGrpSpPr>
      <p:grpSpPr>
        <a:xfrm>
          <a:off x="0" y="0"/>
          <a:ext cx="0" cy="0"/>
          <a:chOff x="0" y="0"/>
          <a:chExt cx="0" cy="0"/>
        </a:xfrm>
      </p:grpSpPr>
      <p:sp>
        <p:nvSpPr>
          <p:cNvPr id="2" name="Shape 0"/>
          <p:cNvSpPr/>
          <p:nvPr/>
        </p:nvSpPr>
        <p:spPr>
          <a:xfrm>
            <a:off x="4572000" y="0"/>
            <a:ext cx="4572000" cy="5143500"/>
          </a:xfrm>
          <a:prstGeom prst="rect">
            <a:avLst/>
          </a:prstGeom>
          <a:solidFill>
            <a:srgbClr val="1C1E85"/>
          </a:solidFill>
          <a:ln/>
        </p:spPr>
      </p:sp>
      <p:sp>
        <p:nvSpPr>
          <p:cNvPr id="3" name="Shape 1"/>
          <p:cNvSpPr/>
          <p:nvPr/>
        </p:nvSpPr>
        <p:spPr>
          <a:xfrm>
            <a:off x="5076825" y="1357313"/>
            <a:ext cx="3562350" cy="2424113"/>
          </a:xfrm>
          <a:prstGeom prst="rect">
            <a:avLst/>
          </a:prstGeom>
          <a:noFill/>
          <a:ln/>
        </p:spPr>
      </p:sp>
      <p:sp>
        <p:nvSpPr>
          <p:cNvPr id="4" name="Text 2"/>
          <p:cNvSpPr/>
          <p:nvPr/>
        </p:nvSpPr>
        <p:spPr>
          <a:xfrm>
            <a:off x="4602956" y="1357313"/>
            <a:ext cx="4510088" cy="738188"/>
          </a:xfrm>
          <a:prstGeom prst="rect">
            <a:avLst/>
          </a:prstGeom>
          <a:noFill/>
          <a:ln/>
        </p:spPr>
        <p:txBody>
          <a:bodyPr wrap="square" lIns="0" tIns="0" rIns="0" bIns="0" rtlCol="0" anchor="ctr"/>
          <a:lstStyle/>
          <a:p>
            <a:pPr algn="ctr" indent="0" marL="0">
              <a:lnSpc>
                <a:spcPts val="5536"/>
              </a:lnSpc>
              <a:buNone/>
            </a:pPr>
            <a:r>
              <a:rPr lang="en-US" sz="5272" dirty="0">
                <a:solidFill>
                  <a:srgbClr val="FFFFFF">
                    <a:alpha val="99000"/>
                  </a:srgbClr>
                </a:solidFill>
                <a:latin typeface="Inter" pitchFamily="34" charset="0"/>
                <a:ea typeface="Inter" pitchFamily="34" charset="-122"/>
                <a:cs typeface="Inter" pitchFamily="34" charset="-120"/>
              </a:rPr>
              <a:t>Regular</a:t>
            </a:r>
            <a:endParaRPr lang="en-US" sz="5272" dirty="0"/>
          </a:p>
        </p:txBody>
      </p:sp>
      <p:sp>
        <p:nvSpPr>
          <p:cNvPr id="5" name="Text 3"/>
          <p:cNvSpPr/>
          <p:nvPr/>
        </p:nvSpPr>
        <p:spPr>
          <a:xfrm>
            <a:off x="4602956" y="2200275"/>
            <a:ext cx="4510088" cy="738188"/>
          </a:xfrm>
          <a:prstGeom prst="rect">
            <a:avLst/>
          </a:prstGeom>
          <a:noFill/>
          <a:ln/>
        </p:spPr>
        <p:txBody>
          <a:bodyPr wrap="square" lIns="0" tIns="0" rIns="0" bIns="0" rtlCol="0" anchor="ctr"/>
          <a:lstStyle/>
          <a:p>
            <a:pPr algn="ctr" indent="0" marL="0">
              <a:lnSpc>
                <a:spcPts val="5536"/>
              </a:lnSpc>
              <a:buNone/>
            </a:pPr>
            <a:r>
              <a:rPr lang="en-US" sz="5272" dirty="0">
                <a:solidFill>
                  <a:srgbClr val="FFFFFF">
                    <a:alpha val="99000"/>
                  </a:srgbClr>
                </a:solidFill>
                <a:latin typeface="Inter" pitchFamily="34" charset="0"/>
                <a:ea typeface="Inter" pitchFamily="34" charset="-122"/>
                <a:cs typeface="Inter" pitchFamily="34" charset="-120"/>
              </a:rPr>
              <a:t>Medium</a:t>
            </a:r>
            <a:endParaRPr lang="en-US" sz="5272" dirty="0"/>
          </a:p>
        </p:txBody>
      </p:sp>
      <p:sp>
        <p:nvSpPr>
          <p:cNvPr id="6" name="Text 4"/>
          <p:cNvSpPr/>
          <p:nvPr/>
        </p:nvSpPr>
        <p:spPr>
          <a:xfrm>
            <a:off x="4602956" y="3043238"/>
            <a:ext cx="4510088" cy="738188"/>
          </a:xfrm>
          <a:prstGeom prst="rect">
            <a:avLst/>
          </a:prstGeom>
          <a:noFill/>
          <a:ln/>
        </p:spPr>
        <p:txBody>
          <a:bodyPr wrap="square" lIns="0" tIns="0" rIns="0" bIns="0" rtlCol="0" anchor="ctr"/>
          <a:lstStyle/>
          <a:p>
            <a:pPr algn="ctr" indent="0" marL="0">
              <a:lnSpc>
                <a:spcPts val="5536"/>
              </a:lnSpc>
              <a:buNone/>
            </a:pPr>
            <a:r>
              <a:rPr lang="en-US" sz="5272" b="1" dirty="0">
                <a:solidFill>
                  <a:srgbClr val="FFFFFF">
                    <a:alpha val="99000"/>
                  </a:srgbClr>
                </a:solidFill>
                <a:latin typeface="Inter" pitchFamily="34" charset="0"/>
                <a:ea typeface="Inter" pitchFamily="34" charset="-122"/>
                <a:cs typeface="Inter" pitchFamily="34" charset="-120"/>
              </a:rPr>
              <a:t>Semibold</a:t>
            </a:r>
            <a:endParaRPr lang="en-US" sz="5272" dirty="0"/>
          </a:p>
        </p:txBody>
      </p:sp>
      <p:sp>
        <p:nvSpPr>
          <p:cNvPr id="7" name="Text 5"/>
          <p:cNvSpPr/>
          <p:nvPr/>
        </p:nvSpPr>
        <p:spPr>
          <a:xfrm>
            <a:off x="619125" y="1000125"/>
            <a:ext cx="2781300" cy="1657350"/>
          </a:xfrm>
          <a:prstGeom prst="rect">
            <a:avLst/>
          </a:prstGeom>
          <a:noFill/>
          <a:ln/>
        </p:spPr>
        <p:txBody>
          <a:bodyPr wrap="square" lIns="0" tIns="0" rIns="0" bIns="0" rtlCol="0" anchor="ctr"/>
          <a:lstStyle/>
          <a:p>
            <a:pPr algn="l" indent="0" marL="0">
              <a:lnSpc>
                <a:spcPts val="1425"/>
              </a:lnSpc>
              <a:buNone/>
            </a:pPr>
            <a:r>
              <a:rPr lang="en-US" sz="1140" spc="-11" kern="0" dirty="0">
                <a:solidFill>
                  <a:srgbClr val="1E125E">
                    <a:alpha val="99000"/>
                  </a:srgbClr>
                </a:solidFill>
                <a:latin typeface="Inter" pitchFamily="34" charset="0"/>
                <a:ea typeface="Inter" pitchFamily="34" charset="-122"/>
                <a:cs typeface="Inter" pitchFamily="34" charset="-120"/>
              </a:rPr>
              <a:t>Inter is a variable font family carefully crafted &amp; designed for computer screens, created by Rasmus Andersson and Principal design.</a:t>
            </a:r>
            <a:endParaRPr lang="en-US" sz="1140" dirty="0"/>
          </a:p>
          <a:p>
            <a:pPr algn="l" indent="0" marL="0">
              <a:lnSpc>
                <a:spcPts val="1425"/>
              </a:lnSpc>
              <a:buNone/>
            </a:pPr>
            <a:r>
              <a:rPr lang="en-US" sz="1140" spc="-11" kern="0" dirty="0">
                <a:solidFill>
                  <a:srgbClr val="1E125E">
                    <a:alpha val="99000"/>
                  </a:srgbClr>
                </a:solidFill>
                <a:latin typeface="Inter" pitchFamily="34" charset="0"/>
                <a:ea typeface="Inter" pitchFamily="34" charset="-122"/>
                <a:cs typeface="Inter" pitchFamily="34" charset="-120"/>
              </a:rPr>
              <a:t>Inter should be used primarily for paragraph style or body text, and not for headings or large subheadings.</a:t>
            </a:r>
            <a:endParaRPr lang="en-US" sz="1140" dirty="0"/>
          </a:p>
        </p:txBody>
      </p:sp>
      <p:pic>
        <p:nvPicPr>
          <p:cNvPr id="8" name="Image 0" descr="preencoded.png">    </p:cNvPr>
          <p:cNvPicPr>
            <a:picLocks noChangeAspect="1"/>
          </p:cNvPicPr>
          <p:nvPr/>
        </p:nvPicPr>
        <p:blipFill>
          <a:blip r:embed="rId1"/>
          <a:srcRect l="0" r="0" t="0" b="0"/>
          <a:stretch/>
        </p:blipFill>
        <p:spPr>
          <a:xfrm>
            <a:off x="571500" y="285750"/>
            <a:ext cx="8001000" cy="457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C1E85"/>
        </a:solidFill>
      </p:bgPr>
    </p:bg>
    <p:spTree>
      <p:nvGrpSpPr>
        <p:cNvPr id="1" name=""/>
        <p:cNvGrpSpPr/>
        <p:nvPr/>
      </p:nvGrpSpPr>
      <p:grpSpPr>
        <a:xfrm>
          <a:off x="0" y="0"/>
          <a:ext cx="0" cy="0"/>
          <a:chOff x="0" y="0"/>
          <a:chExt cx="0" cy="0"/>
        </a:xfrm>
      </p:grpSpPr>
      <p:sp>
        <p:nvSpPr>
          <p:cNvPr id="2" name="Text 0"/>
          <p:cNvSpPr/>
          <p:nvPr/>
        </p:nvSpPr>
        <p:spPr>
          <a:xfrm>
            <a:off x="571500" y="3609975"/>
            <a:ext cx="4510088" cy="857250"/>
          </a:xfrm>
          <a:prstGeom prst="rect">
            <a:avLst/>
          </a:prstGeom>
          <a:noFill/>
          <a:ln/>
        </p:spPr>
        <p:txBody>
          <a:bodyPr wrap="square" lIns="0" tIns="0" rIns="0" bIns="0" rtlCol="0" anchor="ctr"/>
          <a:lstStyle/>
          <a:p>
            <a:pPr algn="l" indent="0" marL="0">
              <a:lnSpc>
                <a:spcPts val="6413"/>
              </a:lnSpc>
              <a:buNone/>
            </a:pPr>
            <a:r>
              <a:rPr lang="en-US" sz="6413" spc="-64" kern="0" dirty="0">
                <a:solidFill>
                  <a:srgbClr val="FFF2F5">
                    <a:alpha val="99000"/>
                  </a:srgbClr>
                </a:solidFill>
                <a:latin typeface="Archivo Variable" pitchFamily="34" charset="0"/>
                <a:ea typeface="Archivo Variable" pitchFamily="34" charset="-122"/>
                <a:cs typeface="Archivo Variable" pitchFamily="34" charset="-120"/>
              </a:rPr>
              <a:t>Color</a:t>
            </a:r>
            <a:endParaRPr lang="en-US" sz="6413" dirty="0"/>
          </a:p>
        </p:txBody>
      </p:sp>
      <p:sp>
        <p:nvSpPr>
          <p:cNvPr id="3" name="Text 1"/>
          <p:cNvSpPr/>
          <p:nvPr/>
        </p:nvSpPr>
        <p:spPr>
          <a:xfrm>
            <a:off x="4062412" y="3609975"/>
            <a:ext cx="4510088" cy="857250"/>
          </a:xfrm>
          <a:prstGeom prst="rect">
            <a:avLst/>
          </a:prstGeom>
          <a:noFill/>
          <a:ln/>
        </p:spPr>
        <p:txBody>
          <a:bodyPr wrap="square" lIns="0" tIns="0" rIns="0" bIns="0" rtlCol="0" anchor="ctr"/>
          <a:lstStyle/>
          <a:p>
            <a:pPr algn="r" indent="0" marL="0">
              <a:lnSpc>
                <a:spcPts val="6413"/>
              </a:lnSpc>
              <a:buNone/>
            </a:pPr>
            <a:r>
              <a:rPr lang="en-US" sz="6413" spc="-64" kern="0" dirty="0">
                <a:solidFill>
                  <a:srgbClr val="FFF2F5">
                    <a:alpha val="99000"/>
                  </a:srgbClr>
                </a:solidFill>
                <a:latin typeface="Archivo Variable" pitchFamily="34" charset="0"/>
                <a:ea typeface="Archivo Variable" pitchFamily="34" charset="-122"/>
                <a:cs typeface="Archivo Variable" pitchFamily="34" charset="-120"/>
              </a:rPr>
              <a:t>03</a:t>
            </a:r>
            <a:endParaRPr lang="en-US" sz="6413" dirty="0"/>
          </a:p>
        </p:txBody>
      </p:sp>
      <p:pic>
        <p:nvPicPr>
          <p:cNvPr id="4" name="Image 0" descr="preencoded.png">    </p:cNvPr>
          <p:cNvPicPr>
            <a:picLocks noChangeAspect="1"/>
          </p:cNvPicPr>
          <p:nvPr/>
        </p:nvPicPr>
        <p:blipFill>
          <a:blip r:embed="rId1"/>
          <a:srcRect l="0" r="0" t="0" b="0"/>
          <a:stretch/>
        </p:blipFill>
        <p:spPr>
          <a:xfrm>
            <a:off x="571500" y="285750"/>
            <a:ext cx="8001000" cy="4572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2F5"/>
        </a:solidFill>
      </p:bgPr>
    </p:bg>
    <p:spTree>
      <p:nvGrpSpPr>
        <p:cNvPr id="1" name=""/>
        <p:cNvGrpSpPr/>
        <p:nvPr/>
      </p:nvGrpSpPr>
      <p:grpSpPr>
        <a:xfrm>
          <a:off x="0" y="0"/>
          <a:ext cx="0" cy="0"/>
          <a:chOff x="0" y="0"/>
          <a:chExt cx="0" cy="0"/>
        </a:xfrm>
      </p:grpSpPr>
      <p:sp>
        <p:nvSpPr>
          <p:cNvPr id="2" name="Shape 0"/>
          <p:cNvSpPr/>
          <p:nvPr/>
        </p:nvSpPr>
        <p:spPr>
          <a:xfrm>
            <a:off x="571500" y="1871663"/>
            <a:ext cx="2667000" cy="2681288"/>
          </a:xfrm>
          <a:prstGeom prst="rect">
            <a:avLst/>
          </a:prstGeom>
          <a:noFill/>
          <a:ln/>
        </p:spPr>
      </p:sp>
      <p:sp>
        <p:nvSpPr>
          <p:cNvPr id="3" name="Shape 1"/>
          <p:cNvSpPr/>
          <p:nvPr/>
        </p:nvSpPr>
        <p:spPr>
          <a:xfrm>
            <a:off x="571500" y="1871663"/>
            <a:ext cx="2667000" cy="1428750"/>
          </a:xfrm>
          <a:prstGeom prst="rect">
            <a:avLst/>
          </a:prstGeom>
          <a:solidFill>
            <a:srgbClr val="1C1E85"/>
          </a:solidFill>
          <a:ln w="4524">
            <a:solidFill>
              <a:srgbClr val="768FFF"/>
            </a:solidFill>
            <a:prstDash val="solid"/>
          </a:ln>
        </p:spPr>
      </p:sp>
      <p:sp>
        <p:nvSpPr>
          <p:cNvPr id="4" name="Shape 2"/>
          <p:cNvSpPr/>
          <p:nvPr/>
        </p:nvSpPr>
        <p:spPr>
          <a:xfrm>
            <a:off x="571500" y="3300413"/>
            <a:ext cx="2667000" cy="1252538"/>
          </a:xfrm>
          <a:prstGeom prst="rect">
            <a:avLst/>
          </a:prstGeom>
          <a:noFill/>
          <a:ln w="4524">
            <a:solidFill>
              <a:srgbClr val="768FFF"/>
            </a:solidFill>
            <a:prstDash val="solid"/>
          </a:ln>
        </p:spPr>
      </p:sp>
      <p:sp>
        <p:nvSpPr>
          <p:cNvPr id="5" name="Text 3"/>
          <p:cNvSpPr/>
          <p:nvPr/>
        </p:nvSpPr>
        <p:spPr>
          <a:xfrm>
            <a:off x="685800" y="3300413"/>
            <a:ext cx="2000250" cy="381000"/>
          </a:xfrm>
          <a:prstGeom prst="rect">
            <a:avLst/>
          </a:prstGeom>
          <a:noFill/>
          <a:ln/>
        </p:spPr>
        <p:txBody>
          <a:bodyPr wrap="square" lIns="0" tIns="0" rIns="0" bIns="0" rtlCol="0" anchor="ctr"/>
          <a:lstStyle/>
          <a:p>
            <a:pPr algn="l" indent="0" marL="0">
              <a:lnSpc>
                <a:spcPts val="1197"/>
              </a:lnSpc>
              <a:buNone/>
            </a:pPr>
            <a:r>
              <a:rPr lang="en-US" sz="1140" spc="-11" kern="0" dirty="0">
                <a:solidFill>
                  <a:srgbClr val="1E125E">
                    <a:alpha val="99000"/>
                  </a:srgbClr>
                </a:solidFill>
                <a:latin typeface="Inter" pitchFamily="34" charset="0"/>
                <a:ea typeface="Inter" pitchFamily="34" charset="-122"/>
                <a:cs typeface="Inter" pitchFamily="34" charset="-120"/>
              </a:rPr>
              <a:t>Midnight</a:t>
            </a:r>
            <a:endParaRPr lang="en-US" sz="1140" dirty="0"/>
          </a:p>
        </p:txBody>
      </p:sp>
      <p:sp>
        <p:nvSpPr>
          <p:cNvPr id="6" name="Shape 4"/>
          <p:cNvSpPr/>
          <p:nvPr/>
        </p:nvSpPr>
        <p:spPr>
          <a:xfrm>
            <a:off x="685800" y="3681413"/>
            <a:ext cx="2438400" cy="290513"/>
          </a:xfrm>
          <a:prstGeom prst="rect">
            <a:avLst/>
          </a:prstGeom>
          <a:noFill/>
          <a:ln/>
        </p:spPr>
      </p:sp>
      <p:sp>
        <p:nvSpPr>
          <p:cNvPr id="7" name="Text 5"/>
          <p:cNvSpPr/>
          <p:nvPr/>
        </p:nvSpPr>
        <p:spPr>
          <a:xfrm>
            <a:off x="685800" y="3636169"/>
            <a:ext cx="714375" cy="381000"/>
          </a:xfrm>
          <a:prstGeom prst="rect">
            <a:avLst/>
          </a:prstGeom>
          <a:noFill/>
          <a:ln/>
        </p:spPr>
        <p:txBody>
          <a:bodyPr wrap="square" lIns="0" tIns="0" rIns="0" bIns="0" rtlCol="0" anchor="ctr"/>
          <a:lstStyle/>
          <a:p>
            <a:pPr algn="l"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Hex: </a:t>
            </a:r>
            <a:endParaRPr lang="en-US" sz="855" dirty="0"/>
          </a:p>
        </p:txBody>
      </p:sp>
      <p:sp>
        <p:nvSpPr>
          <p:cNvPr id="8" name="Text 6"/>
          <p:cNvSpPr/>
          <p:nvPr/>
        </p:nvSpPr>
        <p:spPr>
          <a:xfrm>
            <a:off x="2409825" y="3636169"/>
            <a:ext cx="714375" cy="381000"/>
          </a:xfrm>
          <a:prstGeom prst="rect">
            <a:avLst/>
          </a:prstGeom>
          <a:noFill/>
          <a:ln/>
        </p:spPr>
        <p:txBody>
          <a:bodyPr wrap="square" lIns="0" tIns="0" rIns="0" bIns="0" rtlCol="0" anchor="ctr"/>
          <a:lstStyle/>
          <a:p>
            <a:pPr algn="r"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#1C1E85</a:t>
            </a:r>
            <a:endParaRPr lang="en-US" sz="855" dirty="0"/>
          </a:p>
        </p:txBody>
      </p:sp>
      <p:sp>
        <p:nvSpPr>
          <p:cNvPr id="9" name="Shape 7"/>
          <p:cNvSpPr/>
          <p:nvPr/>
        </p:nvSpPr>
        <p:spPr>
          <a:xfrm>
            <a:off x="685800" y="3971925"/>
            <a:ext cx="2438400" cy="290513"/>
          </a:xfrm>
          <a:prstGeom prst="rect">
            <a:avLst/>
          </a:prstGeom>
          <a:noFill/>
          <a:ln/>
        </p:spPr>
      </p:sp>
      <p:sp>
        <p:nvSpPr>
          <p:cNvPr id="10" name="Text 8"/>
          <p:cNvSpPr/>
          <p:nvPr/>
        </p:nvSpPr>
        <p:spPr>
          <a:xfrm>
            <a:off x="685800" y="3926681"/>
            <a:ext cx="714375" cy="381000"/>
          </a:xfrm>
          <a:prstGeom prst="rect">
            <a:avLst/>
          </a:prstGeom>
          <a:noFill/>
          <a:ln/>
        </p:spPr>
        <p:txBody>
          <a:bodyPr wrap="square" lIns="0" tIns="0" rIns="0" bIns="0" rtlCol="0" anchor="ctr"/>
          <a:lstStyle/>
          <a:p>
            <a:pPr algn="l"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RGB:</a:t>
            </a:r>
            <a:endParaRPr lang="en-US" sz="855" dirty="0"/>
          </a:p>
        </p:txBody>
      </p:sp>
      <p:sp>
        <p:nvSpPr>
          <p:cNvPr id="11" name="Text 9"/>
          <p:cNvSpPr/>
          <p:nvPr/>
        </p:nvSpPr>
        <p:spPr>
          <a:xfrm>
            <a:off x="1643063" y="3926681"/>
            <a:ext cx="1481138" cy="381000"/>
          </a:xfrm>
          <a:prstGeom prst="rect">
            <a:avLst/>
          </a:prstGeom>
          <a:noFill/>
          <a:ln/>
        </p:spPr>
        <p:txBody>
          <a:bodyPr wrap="square" lIns="0" tIns="0" rIns="0" bIns="0" rtlCol="0" anchor="ctr"/>
          <a:lstStyle/>
          <a:p>
            <a:pPr algn="r"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							 RGB (28, 30, 133)</a:t>
            </a:r>
            <a:endParaRPr lang="en-US" sz="855" dirty="0"/>
          </a:p>
        </p:txBody>
      </p:sp>
      <p:sp>
        <p:nvSpPr>
          <p:cNvPr id="12" name="Shape 10"/>
          <p:cNvSpPr/>
          <p:nvPr/>
        </p:nvSpPr>
        <p:spPr>
          <a:xfrm>
            <a:off x="685800" y="4262438"/>
            <a:ext cx="2438400" cy="290513"/>
          </a:xfrm>
          <a:prstGeom prst="rect">
            <a:avLst/>
          </a:prstGeom>
          <a:noFill/>
          <a:ln/>
        </p:spPr>
      </p:sp>
      <p:sp>
        <p:nvSpPr>
          <p:cNvPr id="13" name="Text 11"/>
          <p:cNvSpPr/>
          <p:nvPr/>
        </p:nvSpPr>
        <p:spPr>
          <a:xfrm>
            <a:off x="685800" y="4217194"/>
            <a:ext cx="714375" cy="381000"/>
          </a:xfrm>
          <a:prstGeom prst="rect">
            <a:avLst/>
          </a:prstGeom>
          <a:noFill/>
          <a:ln/>
        </p:spPr>
        <p:txBody>
          <a:bodyPr wrap="square" lIns="0" tIns="0" rIns="0" bIns="0" rtlCol="0" anchor="ctr"/>
          <a:lstStyle/>
          <a:p>
            <a:pPr algn="l"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CMYK:</a:t>
            </a:r>
            <a:endParaRPr lang="en-US" sz="855" dirty="0"/>
          </a:p>
        </p:txBody>
      </p:sp>
      <p:sp>
        <p:nvSpPr>
          <p:cNvPr id="14" name="Text 12"/>
          <p:cNvSpPr/>
          <p:nvPr/>
        </p:nvSpPr>
        <p:spPr>
          <a:xfrm>
            <a:off x="1624013" y="4217194"/>
            <a:ext cx="1500188" cy="381000"/>
          </a:xfrm>
          <a:prstGeom prst="rect">
            <a:avLst/>
          </a:prstGeom>
          <a:noFill/>
          <a:ln/>
        </p:spPr>
        <p:txBody>
          <a:bodyPr wrap="square" lIns="0" tIns="0" rIns="0" bIns="0" rtlCol="0" anchor="ctr"/>
          <a:lstStyle/>
          <a:p>
            <a:pPr algn="r"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C 79% M 77% Y 0% K 48%</a:t>
            </a:r>
            <a:endParaRPr lang="en-US" sz="855" dirty="0"/>
          </a:p>
        </p:txBody>
      </p:sp>
      <p:sp>
        <p:nvSpPr>
          <p:cNvPr id="15" name="Shape 13"/>
          <p:cNvSpPr/>
          <p:nvPr/>
        </p:nvSpPr>
        <p:spPr>
          <a:xfrm>
            <a:off x="5905500" y="1871663"/>
            <a:ext cx="2667000" cy="2681288"/>
          </a:xfrm>
          <a:prstGeom prst="rect">
            <a:avLst/>
          </a:prstGeom>
          <a:noFill/>
          <a:ln/>
        </p:spPr>
      </p:sp>
      <p:sp>
        <p:nvSpPr>
          <p:cNvPr id="16" name="Shape 14"/>
          <p:cNvSpPr/>
          <p:nvPr/>
        </p:nvSpPr>
        <p:spPr>
          <a:xfrm>
            <a:off x="5905500" y="1871663"/>
            <a:ext cx="2667000" cy="1428750"/>
          </a:xfrm>
          <a:prstGeom prst="rect">
            <a:avLst/>
          </a:prstGeom>
          <a:solidFill>
            <a:srgbClr val="FD96C9"/>
          </a:solidFill>
          <a:ln w="4524">
            <a:solidFill>
              <a:srgbClr val="768FFF"/>
            </a:solidFill>
            <a:prstDash val="solid"/>
          </a:ln>
        </p:spPr>
      </p:sp>
      <p:sp>
        <p:nvSpPr>
          <p:cNvPr id="17" name="Shape 15"/>
          <p:cNvSpPr/>
          <p:nvPr/>
        </p:nvSpPr>
        <p:spPr>
          <a:xfrm>
            <a:off x="5905500" y="3300413"/>
            <a:ext cx="2667000" cy="1252538"/>
          </a:xfrm>
          <a:prstGeom prst="rect">
            <a:avLst/>
          </a:prstGeom>
          <a:noFill/>
          <a:ln w="4524">
            <a:solidFill>
              <a:srgbClr val="768FFF"/>
            </a:solidFill>
            <a:prstDash val="solid"/>
          </a:ln>
        </p:spPr>
      </p:sp>
      <p:sp>
        <p:nvSpPr>
          <p:cNvPr id="18" name="Text 16"/>
          <p:cNvSpPr/>
          <p:nvPr/>
        </p:nvSpPr>
        <p:spPr>
          <a:xfrm>
            <a:off x="6019800" y="3300413"/>
            <a:ext cx="2000250" cy="381000"/>
          </a:xfrm>
          <a:prstGeom prst="rect">
            <a:avLst/>
          </a:prstGeom>
          <a:noFill/>
          <a:ln/>
        </p:spPr>
        <p:txBody>
          <a:bodyPr wrap="square" lIns="0" tIns="0" rIns="0" bIns="0" rtlCol="0" anchor="ctr"/>
          <a:lstStyle/>
          <a:p>
            <a:pPr algn="l" indent="0" marL="0">
              <a:lnSpc>
                <a:spcPts val="1197"/>
              </a:lnSpc>
              <a:buNone/>
            </a:pPr>
            <a:r>
              <a:rPr lang="en-US" sz="1140" spc="-11" kern="0" dirty="0">
                <a:solidFill>
                  <a:srgbClr val="1E125E">
                    <a:alpha val="99000"/>
                  </a:srgbClr>
                </a:solidFill>
                <a:latin typeface="Inter" pitchFamily="34" charset="0"/>
                <a:ea typeface="Inter" pitchFamily="34" charset="-122"/>
                <a:cs typeface="Inter" pitchFamily="34" charset="-120"/>
              </a:rPr>
              <a:t>Sunset Glow</a:t>
            </a:r>
            <a:endParaRPr lang="en-US" sz="1140" dirty="0"/>
          </a:p>
        </p:txBody>
      </p:sp>
      <p:sp>
        <p:nvSpPr>
          <p:cNvPr id="19" name="Shape 17"/>
          <p:cNvSpPr/>
          <p:nvPr/>
        </p:nvSpPr>
        <p:spPr>
          <a:xfrm>
            <a:off x="6019800" y="3681413"/>
            <a:ext cx="2438400" cy="290513"/>
          </a:xfrm>
          <a:prstGeom prst="rect">
            <a:avLst/>
          </a:prstGeom>
          <a:noFill/>
          <a:ln/>
        </p:spPr>
      </p:sp>
      <p:sp>
        <p:nvSpPr>
          <p:cNvPr id="20" name="Text 18"/>
          <p:cNvSpPr/>
          <p:nvPr/>
        </p:nvSpPr>
        <p:spPr>
          <a:xfrm>
            <a:off x="6019800" y="3636169"/>
            <a:ext cx="714375" cy="381000"/>
          </a:xfrm>
          <a:prstGeom prst="rect">
            <a:avLst/>
          </a:prstGeom>
          <a:noFill/>
          <a:ln/>
        </p:spPr>
        <p:txBody>
          <a:bodyPr wrap="square" lIns="0" tIns="0" rIns="0" bIns="0" rtlCol="0" anchor="ctr"/>
          <a:lstStyle/>
          <a:p>
            <a:pPr algn="l"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Hex: </a:t>
            </a:r>
            <a:endParaRPr lang="en-US" sz="855" dirty="0"/>
          </a:p>
        </p:txBody>
      </p:sp>
      <p:sp>
        <p:nvSpPr>
          <p:cNvPr id="21" name="Text 19"/>
          <p:cNvSpPr/>
          <p:nvPr/>
        </p:nvSpPr>
        <p:spPr>
          <a:xfrm>
            <a:off x="7743825" y="3636169"/>
            <a:ext cx="714375" cy="381000"/>
          </a:xfrm>
          <a:prstGeom prst="rect">
            <a:avLst/>
          </a:prstGeom>
          <a:noFill/>
          <a:ln/>
        </p:spPr>
        <p:txBody>
          <a:bodyPr wrap="square" lIns="0" tIns="0" rIns="0" bIns="0" rtlCol="0" anchor="ctr"/>
          <a:lstStyle/>
          <a:p>
            <a:pPr algn="r"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#FD96C9</a:t>
            </a:r>
            <a:endParaRPr lang="en-US" sz="855" dirty="0"/>
          </a:p>
        </p:txBody>
      </p:sp>
      <p:sp>
        <p:nvSpPr>
          <p:cNvPr id="22" name="Shape 20"/>
          <p:cNvSpPr/>
          <p:nvPr/>
        </p:nvSpPr>
        <p:spPr>
          <a:xfrm>
            <a:off x="6019800" y="3971925"/>
            <a:ext cx="2438400" cy="290513"/>
          </a:xfrm>
          <a:prstGeom prst="rect">
            <a:avLst/>
          </a:prstGeom>
          <a:noFill/>
          <a:ln/>
        </p:spPr>
      </p:sp>
      <p:sp>
        <p:nvSpPr>
          <p:cNvPr id="23" name="Text 21"/>
          <p:cNvSpPr/>
          <p:nvPr/>
        </p:nvSpPr>
        <p:spPr>
          <a:xfrm>
            <a:off x="6019800" y="3926681"/>
            <a:ext cx="714375" cy="381000"/>
          </a:xfrm>
          <a:prstGeom prst="rect">
            <a:avLst/>
          </a:prstGeom>
          <a:noFill/>
          <a:ln/>
        </p:spPr>
        <p:txBody>
          <a:bodyPr wrap="square" lIns="0" tIns="0" rIns="0" bIns="0" rtlCol="0" anchor="ctr"/>
          <a:lstStyle/>
          <a:p>
            <a:pPr algn="l"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RGB:</a:t>
            </a:r>
            <a:endParaRPr lang="en-US" sz="855" dirty="0"/>
          </a:p>
        </p:txBody>
      </p:sp>
      <p:sp>
        <p:nvSpPr>
          <p:cNvPr id="24" name="Text 22"/>
          <p:cNvSpPr/>
          <p:nvPr/>
        </p:nvSpPr>
        <p:spPr>
          <a:xfrm>
            <a:off x="6862763" y="3926681"/>
            <a:ext cx="1595438" cy="381000"/>
          </a:xfrm>
          <a:prstGeom prst="rect">
            <a:avLst/>
          </a:prstGeom>
          <a:noFill/>
          <a:ln/>
        </p:spPr>
        <p:txBody>
          <a:bodyPr wrap="square" lIns="0" tIns="0" rIns="0" bIns="0" rtlCol="0" anchor="ctr"/>
          <a:lstStyle/>
          <a:p>
            <a:pPr algn="r"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							 RGB (253, 150, 201)</a:t>
            </a:r>
            <a:endParaRPr lang="en-US" sz="855" dirty="0"/>
          </a:p>
        </p:txBody>
      </p:sp>
      <p:sp>
        <p:nvSpPr>
          <p:cNvPr id="25" name="Shape 23"/>
          <p:cNvSpPr/>
          <p:nvPr/>
        </p:nvSpPr>
        <p:spPr>
          <a:xfrm>
            <a:off x="6019800" y="4262438"/>
            <a:ext cx="2438400" cy="290513"/>
          </a:xfrm>
          <a:prstGeom prst="rect">
            <a:avLst/>
          </a:prstGeom>
          <a:noFill/>
          <a:ln/>
        </p:spPr>
      </p:sp>
      <p:sp>
        <p:nvSpPr>
          <p:cNvPr id="26" name="Text 24"/>
          <p:cNvSpPr/>
          <p:nvPr/>
        </p:nvSpPr>
        <p:spPr>
          <a:xfrm>
            <a:off x="6019800" y="4217194"/>
            <a:ext cx="714375" cy="381000"/>
          </a:xfrm>
          <a:prstGeom prst="rect">
            <a:avLst/>
          </a:prstGeom>
          <a:noFill/>
          <a:ln/>
        </p:spPr>
        <p:txBody>
          <a:bodyPr wrap="square" lIns="0" tIns="0" rIns="0" bIns="0" rtlCol="0" anchor="ctr"/>
          <a:lstStyle/>
          <a:p>
            <a:pPr algn="l"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CMYK:</a:t>
            </a:r>
            <a:endParaRPr lang="en-US" sz="855" dirty="0"/>
          </a:p>
        </p:txBody>
      </p:sp>
      <p:sp>
        <p:nvSpPr>
          <p:cNvPr id="27" name="Text 25"/>
          <p:cNvSpPr/>
          <p:nvPr/>
        </p:nvSpPr>
        <p:spPr>
          <a:xfrm>
            <a:off x="6862763" y="4217194"/>
            <a:ext cx="1595438" cy="381000"/>
          </a:xfrm>
          <a:prstGeom prst="rect">
            <a:avLst/>
          </a:prstGeom>
          <a:noFill/>
          <a:ln/>
        </p:spPr>
        <p:txBody>
          <a:bodyPr wrap="square" lIns="0" tIns="0" rIns="0" bIns="0" rtlCol="0" anchor="ctr"/>
          <a:lstStyle/>
          <a:p>
            <a:pPr algn="r"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C 0% M 41% Y 21% K 1%</a:t>
            </a:r>
            <a:endParaRPr lang="en-US" sz="855" dirty="0"/>
          </a:p>
        </p:txBody>
      </p:sp>
      <p:sp>
        <p:nvSpPr>
          <p:cNvPr id="28" name="Shape 26"/>
          <p:cNvSpPr/>
          <p:nvPr/>
        </p:nvSpPr>
        <p:spPr>
          <a:xfrm>
            <a:off x="3238500" y="1871663"/>
            <a:ext cx="2667000" cy="2681288"/>
          </a:xfrm>
          <a:prstGeom prst="rect">
            <a:avLst/>
          </a:prstGeom>
          <a:noFill/>
          <a:ln w="4524">
            <a:solidFill>
              <a:srgbClr val="768FFF"/>
            </a:solidFill>
            <a:prstDash val="solid"/>
          </a:ln>
        </p:spPr>
      </p:sp>
      <p:sp>
        <p:nvSpPr>
          <p:cNvPr id="29" name="Shape 27"/>
          <p:cNvSpPr/>
          <p:nvPr/>
        </p:nvSpPr>
        <p:spPr>
          <a:xfrm>
            <a:off x="3238500" y="1871663"/>
            <a:ext cx="2667000" cy="1428750"/>
          </a:xfrm>
          <a:prstGeom prst="rect">
            <a:avLst/>
          </a:prstGeom>
          <a:solidFill>
            <a:srgbClr val="FFF2F5"/>
          </a:solidFill>
          <a:ln w="4524">
            <a:solidFill>
              <a:srgbClr val="768FFF"/>
            </a:solidFill>
            <a:prstDash val="solid"/>
          </a:ln>
        </p:spPr>
      </p:sp>
      <p:sp>
        <p:nvSpPr>
          <p:cNvPr id="30" name="Shape 28"/>
          <p:cNvSpPr/>
          <p:nvPr/>
        </p:nvSpPr>
        <p:spPr>
          <a:xfrm>
            <a:off x="3238500" y="3300413"/>
            <a:ext cx="2667000" cy="1252538"/>
          </a:xfrm>
          <a:prstGeom prst="rect">
            <a:avLst/>
          </a:prstGeom>
          <a:noFill/>
          <a:ln w="4524">
            <a:solidFill>
              <a:srgbClr val="768FFF"/>
            </a:solidFill>
            <a:prstDash val="solid"/>
          </a:ln>
        </p:spPr>
      </p:sp>
      <p:sp>
        <p:nvSpPr>
          <p:cNvPr id="31" name="Text 29"/>
          <p:cNvSpPr/>
          <p:nvPr/>
        </p:nvSpPr>
        <p:spPr>
          <a:xfrm>
            <a:off x="3352800" y="3300413"/>
            <a:ext cx="2000250" cy="381000"/>
          </a:xfrm>
          <a:prstGeom prst="rect">
            <a:avLst/>
          </a:prstGeom>
          <a:noFill/>
          <a:ln/>
        </p:spPr>
        <p:txBody>
          <a:bodyPr wrap="square" lIns="0" tIns="0" rIns="0" bIns="0" rtlCol="0" anchor="ctr"/>
          <a:lstStyle/>
          <a:p>
            <a:pPr algn="l" indent="0" marL="0">
              <a:lnSpc>
                <a:spcPts val="1197"/>
              </a:lnSpc>
              <a:buNone/>
            </a:pPr>
            <a:r>
              <a:rPr lang="en-US" sz="1140" spc="-11" kern="0" dirty="0">
                <a:solidFill>
                  <a:srgbClr val="1E125E">
                    <a:alpha val="99000"/>
                  </a:srgbClr>
                </a:solidFill>
                <a:latin typeface="Inter" pitchFamily="34" charset="0"/>
                <a:ea typeface="Inter" pitchFamily="34" charset="-122"/>
                <a:cs typeface="Inter" pitchFamily="34" charset="-120"/>
              </a:rPr>
              <a:t>Warm Light</a:t>
            </a:r>
            <a:endParaRPr lang="en-US" sz="1140" dirty="0"/>
          </a:p>
        </p:txBody>
      </p:sp>
      <p:sp>
        <p:nvSpPr>
          <p:cNvPr id="32" name="Shape 30"/>
          <p:cNvSpPr/>
          <p:nvPr/>
        </p:nvSpPr>
        <p:spPr>
          <a:xfrm>
            <a:off x="3352800" y="3681413"/>
            <a:ext cx="2438400" cy="290513"/>
          </a:xfrm>
          <a:prstGeom prst="rect">
            <a:avLst/>
          </a:prstGeom>
          <a:noFill/>
          <a:ln/>
        </p:spPr>
      </p:sp>
      <p:sp>
        <p:nvSpPr>
          <p:cNvPr id="33" name="Text 31"/>
          <p:cNvSpPr/>
          <p:nvPr/>
        </p:nvSpPr>
        <p:spPr>
          <a:xfrm>
            <a:off x="3352800" y="3636169"/>
            <a:ext cx="714375" cy="381000"/>
          </a:xfrm>
          <a:prstGeom prst="rect">
            <a:avLst/>
          </a:prstGeom>
          <a:noFill/>
          <a:ln/>
        </p:spPr>
        <p:txBody>
          <a:bodyPr wrap="square" lIns="0" tIns="0" rIns="0" bIns="0" rtlCol="0" anchor="ctr"/>
          <a:lstStyle/>
          <a:p>
            <a:pPr algn="l"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Hex: </a:t>
            </a:r>
            <a:endParaRPr lang="en-US" sz="855" dirty="0"/>
          </a:p>
        </p:txBody>
      </p:sp>
      <p:sp>
        <p:nvSpPr>
          <p:cNvPr id="34" name="Text 32"/>
          <p:cNvSpPr/>
          <p:nvPr/>
        </p:nvSpPr>
        <p:spPr>
          <a:xfrm>
            <a:off x="5076825" y="3636169"/>
            <a:ext cx="714375" cy="381000"/>
          </a:xfrm>
          <a:prstGeom prst="rect">
            <a:avLst/>
          </a:prstGeom>
          <a:noFill/>
          <a:ln/>
        </p:spPr>
        <p:txBody>
          <a:bodyPr wrap="square" lIns="0" tIns="0" rIns="0" bIns="0" rtlCol="0" anchor="ctr"/>
          <a:lstStyle/>
          <a:p>
            <a:pPr algn="r"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#FFF2F5</a:t>
            </a:r>
            <a:endParaRPr lang="en-US" sz="855" dirty="0"/>
          </a:p>
        </p:txBody>
      </p:sp>
      <p:sp>
        <p:nvSpPr>
          <p:cNvPr id="35" name="Shape 33"/>
          <p:cNvSpPr/>
          <p:nvPr/>
        </p:nvSpPr>
        <p:spPr>
          <a:xfrm>
            <a:off x="3352800" y="3971925"/>
            <a:ext cx="2438400" cy="290513"/>
          </a:xfrm>
          <a:prstGeom prst="rect">
            <a:avLst/>
          </a:prstGeom>
          <a:noFill/>
          <a:ln/>
        </p:spPr>
      </p:sp>
      <p:sp>
        <p:nvSpPr>
          <p:cNvPr id="36" name="Text 34"/>
          <p:cNvSpPr/>
          <p:nvPr/>
        </p:nvSpPr>
        <p:spPr>
          <a:xfrm>
            <a:off x="3352800" y="3926681"/>
            <a:ext cx="714375" cy="381000"/>
          </a:xfrm>
          <a:prstGeom prst="rect">
            <a:avLst/>
          </a:prstGeom>
          <a:noFill/>
          <a:ln/>
        </p:spPr>
        <p:txBody>
          <a:bodyPr wrap="square" lIns="0" tIns="0" rIns="0" bIns="0" rtlCol="0" anchor="ctr"/>
          <a:lstStyle/>
          <a:p>
            <a:pPr algn="l"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RGB:</a:t>
            </a:r>
            <a:endParaRPr lang="en-US" sz="855" dirty="0"/>
          </a:p>
        </p:txBody>
      </p:sp>
      <p:sp>
        <p:nvSpPr>
          <p:cNvPr id="37" name="Text 35"/>
          <p:cNvSpPr/>
          <p:nvPr/>
        </p:nvSpPr>
        <p:spPr>
          <a:xfrm>
            <a:off x="4371975" y="3926681"/>
            <a:ext cx="1419225" cy="381000"/>
          </a:xfrm>
          <a:prstGeom prst="rect">
            <a:avLst/>
          </a:prstGeom>
          <a:noFill/>
          <a:ln/>
        </p:spPr>
        <p:txBody>
          <a:bodyPr wrap="square" lIns="0" tIns="0" rIns="0" bIns="0" rtlCol="0" anchor="ctr"/>
          <a:lstStyle/>
          <a:p>
            <a:pPr algn="r"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							 RGB (255, 242, 245)</a:t>
            </a:r>
            <a:endParaRPr lang="en-US" sz="855" dirty="0"/>
          </a:p>
        </p:txBody>
      </p:sp>
      <p:sp>
        <p:nvSpPr>
          <p:cNvPr id="38" name="Shape 36"/>
          <p:cNvSpPr/>
          <p:nvPr/>
        </p:nvSpPr>
        <p:spPr>
          <a:xfrm>
            <a:off x="3352800" y="4262438"/>
            <a:ext cx="2438400" cy="290513"/>
          </a:xfrm>
          <a:prstGeom prst="rect">
            <a:avLst/>
          </a:prstGeom>
          <a:noFill/>
          <a:ln/>
        </p:spPr>
      </p:sp>
      <p:sp>
        <p:nvSpPr>
          <p:cNvPr id="39" name="Text 37"/>
          <p:cNvSpPr/>
          <p:nvPr/>
        </p:nvSpPr>
        <p:spPr>
          <a:xfrm>
            <a:off x="3352800" y="4217194"/>
            <a:ext cx="714375" cy="381000"/>
          </a:xfrm>
          <a:prstGeom prst="rect">
            <a:avLst/>
          </a:prstGeom>
          <a:noFill/>
          <a:ln/>
        </p:spPr>
        <p:txBody>
          <a:bodyPr wrap="square" lIns="0" tIns="0" rIns="0" bIns="0" rtlCol="0" anchor="ctr"/>
          <a:lstStyle/>
          <a:p>
            <a:pPr algn="l"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CMYK:</a:t>
            </a:r>
            <a:endParaRPr lang="en-US" sz="855" dirty="0"/>
          </a:p>
        </p:txBody>
      </p:sp>
      <p:sp>
        <p:nvSpPr>
          <p:cNvPr id="40" name="Text 38"/>
          <p:cNvSpPr/>
          <p:nvPr/>
        </p:nvSpPr>
        <p:spPr>
          <a:xfrm>
            <a:off x="4476750" y="4217194"/>
            <a:ext cx="1314450" cy="381000"/>
          </a:xfrm>
          <a:prstGeom prst="rect">
            <a:avLst/>
          </a:prstGeom>
          <a:noFill/>
          <a:ln/>
        </p:spPr>
        <p:txBody>
          <a:bodyPr wrap="square" lIns="0" tIns="0" rIns="0" bIns="0" rtlCol="0" anchor="ctr"/>
          <a:lstStyle/>
          <a:p>
            <a:pPr algn="r"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C 0% M 5% Y 4% K 0%</a:t>
            </a:r>
            <a:endParaRPr lang="en-US" sz="855" dirty="0"/>
          </a:p>
        </p:txBody>
      </p:sp>
      <p:sp>
        <p:nvSpPr>
          <p:cNvPr id="41" name="Text 39"/>
          <p:cNvSpPr/>
          <p:nvPr/>
        </p:nvSpPr>
        <p:spPr>
          <a:xfrm>
            <a:off x="619125" y="1000125"/>
            <a:ext cx="2781300" cy="876300"/>
          </a:xfrm>
          <a:prstGeom prst="rect">
            <a:avLst/>
          </a:prstGeom>
          <a:noFill/>
          <a:ln/>
        </p:spPr>
        <p:txBody>
          <a:bodyPr wrap="square" lIns="0" tIns="0" rIns="0" bIns="0" rtlCol="0" anchor="ctr"/>
          <a:lstStyle/>
          <a:p>
            <a:pPr algn="l" indent="0" marL="0">
              <a:lnSpc>
                <a:spcPts val="1425"/>
              </a:lnSpc>
              <a:buNone/>
            </a:pPr>
            <a:r>
              <a:rPr lang="en-US" sz="1140" spc="-11" kern="0" dirty="0">
                <a:solidFill>
                  <a:srgbClr val="1E125E">
                    <a:alpha val="99000"/>
                  </a:srgbClr>
                </a:solidFill>
                <a:latin typeface="Inter" pitchFamily="34" charset="0"/>
                <a:ea typeface="Inter" pitchFamily="34" charset="-122"/>
                <a:cs typeface="Inter" pitchFamily="34" charset="-120"/>
              </a:rPr>
              <a:t>Primary colors – these are used in logo variations, and will be used across all media.</a:t>
            </a:r>
            <a:endParaRPr lang="en-US" sz="1140" dirty="0"/>
          </a:p>
        </p:txBody>
      </p:sp>
      <p:pic>
        <p:nvPicPr>
          <p:cNvPr id="42" name="Image 0" descr="preencoded.png">    </p:cNvPr>
          <p:cNvPicPr>
            <a:picLocks noChangeAspect="1"/>
          </p:cNvPicPr>
          <p:nvPr/>
        </p:nvPicPr>
        <p:blipFill>
          <a:blip r:embed="rId1"/>
          <a:srcRect l="0" r="0" t="0" b="0"/>
          <a:stretch/>
        </p:blipFill>
        <p:spPr>
          <a:xfrm>
            <a:off x="571500" y="285750"/>
            <a:ext cx="8001000" cy="4572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2F5"/>
        </a:solidFill>
      </p:bgPr>
    </p:bg>
    <p:spTree>
      <p:nvGrpSpPr>
        <p:cNvPr id="1" name=""/>
        <p:cNvGrpSpPr/>
        <p:nvPr/>
      </p:nvGrpSpPr>
      <p:grpSpPr>
        <a:xfrm>
          <a:off x="0" y="0"/>
          <a:ext cx="0" cy="0"/>
          <a:chOff x="0" y="0"/>
          <a:chExt cx="0" cy="0"/>
        </a:xfrm>
      </p:grpSpPr>
      <p:sp>
        <p:nvSpPr>
          <p:cNvPr id="2" name="Shape 0"/>
          <p:cNvSpPr/>
          <p:nvPr/>
        </p:nvSpPr>
        <p:spPr>
          <a:xfrm>
            <a:off x="571500" y="1866900"/>
            <a:ext cx="2667000" cy="2681288"/>
          </a:xfrm>
          <a:prstGeom prst="rect">
            <a:avLst/>
          </a:prstGeom>
          <a:noFill/>
          <a:ln w="4524">
            <a:solidFill>
              <a:srgbClr val="768FFF"/>
            </a:solidFill>
            <a:prstDash val="solid"/>
          </a:ln>
        </p:spPr>
      </p:sp>
      <p:sp>
        <p:nvSpPr>
          <p:cNvPr id="3" name="Shape 1"/>
          <p:cNvSpPr/>
          <p:nvPr/>
        </p:nvSpPr>
        <p:spPr>
          <a:xfrm>
            <a:off x="571500" y="1866900"/>
            <a:ext cx="2667000" cy="1428750"/>
          </a:xfrm>
          <a:prstGeom prst="rect">
            <a:avLst/>
          </a:prstGeom>
          <a:solidFill>
            <a:srgbClr val="1E125E"/>
          </a:solidFill>
          <a:ln w="4524">
            <a:solidFill>
              <a:srgbClr val="768FFF"/>
            </a:solidFill>
            <a:prstDash val="solid"/>
          </a:ln>
        </p:spPr>
      </p:sp>
      <p:sp>
        <p:nvSpPr>
          <p:cNvPr id="4" name="Shape 2"/>
          <p:cNvSpPr/>
          <p:nvPr/>
        </p:nvSpPr>
        <p:spPr>
          <a:xfrm>
            <a:off x="571500" y="3295650"/>
            <a:ext cx="2667000" cy="1252538"/>
          </a:xfrm>
          <a:prstGeom prst="rect">
            <a:avLst/>
          </a:prstGeom>
          <a:noFill/>
          <a:ln w="4524">
            <a:solidFill>
              <a:srgbClr val="EAEAEA"/>
            </a:solidFill>
            <a:prstDash val="solid"/>
          </a:ln>
        </p:spPr>
      </p:sp>
      <p:sp>
        <p:nvSpPr>
          <p:cNvPr id="5" name="Text 3"/>
          <p:cNvSpPr/>
          <p:nvPr/>
        </p:nvSpPr>
        <p:spPr>
          <a:xfrm>
            <a:off x="685800" y="3295650"/>
            <a:ext cx="1385888" cy="333375"/>
          </a:xfrm>
          <a:prstGeom prst="rect">
            <a:avLst/>
          </a:prstGeom>
          <a:noFill/>
          <a:ln/>
        </p:spPr>
        <p:txBody>
          <a:bodyPr wrap="square" lIns="0" tIns="0" rIns="0" bIns="0" rtlCol="0" anchor="ctr"/>
          <a:lstStyle/>
          <a:p>
            <a:pPr algn="l" indent="0" marL="0">
              <a:lnSpc>
                <a:spcPts val="1197"/>
              </a:lnSpc>
              <a:buNone/>
            </a:pPr>
            <a:r>
              <a:rPr lang="en-US" sz="1140" spc="-11" kern="0" dirty="0">
                <a:solidFill>
                  <a:srgbClr val="1E125E">
                    <a:alpha val="99000"/>
                  </a:srgbClr>
                </a:solidFill>
                <a:latin typeface="Inter" pitchFamily="34" charset="0"/>
                <a:ea typeface="Inter" pitchFamily="34" charset="-122"/>
                <a:cs typeface="Inter" pitchFamily="34" charset="-120"/>
              </a:rPr>
              <a:t>Deep Night - Text</a:t>
            </a:r>
            <a:endParaRPr lang="en-US" sz="1140" dirty="0"/>
          </a:p>
        </p:txBody>
      </p:sp>
      <p:sp>
        <p:nvSpPr>
          <p:cNvPr id="6" name="Shape 4"/>
          <p:cNvSpPr/>
          <p:nvPr/>
        </p:nvSpPr>
        <p:spPr>
          <a:xfrm>
            <a:off x="685800" y="3629025"/>
            <a:ext cx="2438400" cy="290513"/>
          </a:xfrm>
          <a:prstGeom prst="rect">
            <a:avLst/>
          </a:prstGeom>
          <a:noFill/>
          <a:ln/>
        </p:spPr>
      </p:sp>
      <p:sp>
        <p:nvSpPr>
          <p:cNvPr id="7" name="Text 5"/>
          <p:cNvSpPr/>
          <p:nvPr/>
        </p:nvSpPr>
        <p:spPr>
          <a:xfrm>
            <a:off x="685800" y="3583781"/>
            <a:ext cx="714375" cy="381000"/>
          </a:xfrm>
          <a:prstGeom prst="rect">
            <a:avLst/>
          </a:prstGeom>
          <a:noFill/>
          <a:ln/>
        </p:spPr>
        <p:txBody>
          <a:bodyPr wrap="square" lIns="0" tIns="0" rIns="0" bIns="0" rtlCol="0" anchor="ctr"/>
          <a:lstStyle/>
          <a:p>
            <a:pPr algn="l"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Hex: </a:t>
            </a:r>
            <a:endParaRPr lang="en-US" sz="855" dirty="0"/>
          </a:p>
        </p:txBody>
      </p:sp>
      <p:sp>
        <p:nvSpPr>
          <p:cNvPr id="8" name="Text 6"/>
          <p:cNvSpPr/>
          <p:nvPr/>
        </p:nvSpPr>
        <p:spPr>
          <a:xfrm>
            <a:off x="2409825" y="3583781"/>
            <a:ext cx="714375" cy="381000"/>
          </a:xfrm>
          <a:prstGeom prst="rect">
            <a:avLst/>
          </a:prstGeom>
          <a:noFill/>
          <a:ln/>
        </p:spPr>
        <p:txBody>
          <a:bodyPr wrap="square" lIns="0" tIns="0" rIns="0" bIns="0" rtlCol="0" anchor="ctr"/>
          <a:lstStyle/>
          <a:p>
            <a:pPr algn="r"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#1E125E</a:t>
            </a:r>
            <a:endParaRPr lang="en-US" sz="855" dirty="0"/>
          </a:p>
        </p:txBody>
      </p:sp>
      <p:sp>
        <p:nvSpPr>
          <p:cNvPr id="9" name="Shape 7"/>
          <p:cNvSpPr/>
          <p:nvPr/>
        </p:nvSpPr>
        <p:spPr>
          <a:xfrm>
            <a:off x="685800" y="3919537"/>
            <a:ext cx="2438400" cy="290513"/>
          </a:xfrm>
          <a:prstGeom prst="rect">
            <a:avLst/>
          </a:prstGeom>
          <a:noFill/>
          <a:ln/>
        </p:spPr>
      </p:sp>
      <p:sp>
        <p:nvSpPr>
          <p:cNvPr id="10" name="Text 8"/>
          <p:cNvSpPr/>
          <p:nvPr/>
        </p:nvSpPr>
        <p:spPr>
          <a:xfrm>
            <a:off x="685800" y="3874294"/>
            <a:ext cx="714375" cy="381000"/>
          </a:xfrm>
          <a:prstGeom prst="rect">
            <a:avLst/>
          </a:prstGeom>
          <a:noFill/>
          <a:ln/>
        </p:spPr>
        <p:txBody>
          <a:bodyPr wrap="square" lIns="0" tIns="0" rIns="0" bIns="0" rtlCol="0" anchor="ctr"/>
          <a:lstStyle/>
          <a:p>
            <a:pPr algn="l"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RGB:</a:t>
            </a:r>
            <a:endParaRPr lang="en-US" sz="855" dirty="0"/>
          </a:p>
        </p:txBody>
      </p:sp>
      <p:sp>
        <p:nvSpPr>
          <p:cNvPr id="11" name="Text 9"/>
          <p:cNvSpPr/>
          <p:nvPr/>
        </p:nvSpPr>
        <p:spPr>
          <a:xfrm>
            <a:off x="1643063" y="3874294"/>
            <a:ext cx="1481138" cy="381000"/>
          </a:xfrm>
          <a:prstGeom prst="rect">
            <a:avLst/>
          </a:prstGeom>
          <a:noFill/>
          <a:ln/>
        </p:spPr>
        <p:txBody>
          <a:bodyPr wrap="square" lIns="0" tIns="0" rIns="0" bIns="0" rtlCol="0" anchor="ctr"/>
          <a:lstStyle/>
          <a:p>
            <a:pPr algn="r"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							 RGB (30, 18, 94)</a:t>
            </a:r>
            <a:endParaRPr lang="en-US" sz="855" dirty="0"/>
          </a:p>
        </p:txBody>
      </p:sp>
      <p:sp>
        <p:nvSpPr>
          <p:cNvPr id="12" name="Shape 10"/>
          <p:cNvSpPr/>
          <p:nvPr/>
        </p:nvSpPr>
        <p:spPr>
          <a:xfrm>
            <a:off x="685800" y="4210050"/>
            <a:ext cx="2438400" cy="290513"/>
          </a:xfrm>
          <a:prstGeom prst="rect">
            <a:avLst/>
          </a:prstGeom>
          <a:noFill/>
          <a:ln/>
        </p:spPr>
      </p:sp>
      <p:sp>
        <p:nvSpPr>
          <p:cNvPr id="13" name="Text 11"/>
          <p:cNvSpPr/>
          <p:nvPr/>
        </p:nvSpPr>
        <p:spPr>
          <a:xfrm>
            <a:off x="685800" y="4164806"/>
            <a:ext cx="714375" cy="381000"/>
          </a:xfrm>
          <a:prstGeom prst="rect">
            <a:avLst/>
          </a:prstGeom>
          <a:noFill/>
          <a:ln/>
        </p:spPr>
        <p:txBody>
          <a:bodyPr wrap="square" lIns="0" tIns="0" rIns="0" bIns="0" rtlCol="0" anchor="ctr"/>
          <a:lstStyle/>
          <a:p>
            <a:pPr algn="l"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CMYK:</a:t>
            </a:r>
            <a:endParaRPr lang="en-US" sz="855" dirty="0"/>
          </a:p>
        </p:txBody>
      </p:sp>
      <p:sp>
        <p:nvSpPr>
          <p:cNvPr id="14" name="Text 12"/>
          <p:cNvSpPr/>
          <p:nvPr/>
        </p:nvSpPr>
        <p:spPr>
          <a:xfrm>
            <a:off x="1624013" y="4164806"/>
            <a:ext cx="1500188" cy="381000"/>
          </a:xfrm>
          <a:prstGeom prst="rect">
            <a:avLst/>
          </a:prstGeom>
          <a:noFill/>
          <a:ln/>
        </p:spPr>
        <p:txBody>
          <a:bodyPr wrap="square" lIns="0" tIns="0" rIns="0" bIns="0" rtlCol="0" anchor="ctr"/>
          <a:lstStyle/>
          <a:p>
            <a:pPr algn="r"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C 68% M 81% Y 0% K 63%</a:t>
            </a:r>
            <a:endParaRPr lang="en-US" sz="855" dirty="0"/>
          </a:p>
        </p:txBody>
      </p:sp>
      <p:sp>
        <p:nvSpPr>
          <p:cNvPr id="15" name="Shape 13"/>
          <p:cNvSpPr/>
          <p:nvPr/>
        </p:nvSpPr>
        <p:spPr>
          <a:xfrm>
            <a:off x="3238500" y="1866900"/>
            <a:ext cx="2667000" cy="2681288"/>
          </a:xfrm>
          <a:prstGeom prst="rect">
            <a:avLst/>
          </a:prstGeom>
          <a:noFill/>
          <a:ln w="4524">
            <a:solidFill>
              <a:srgbClr val="768FFF"/>
            </a:solidFill>
            <a:prstDash val="solid"/>
          </a:ln>
        </p:spPr>
      </p:sp>
      <p:sp>
        <p:nvSpPr>
          <p:cNvPr id="16" name="Shape 14"/>
          <p:cNvSpPr/>
          <p:nvPr/>
        </p:nvSpPr>
        <p:spPr>
          <a:xfrm>
            <a:off x="3238500" y="1866900"/>
            <a:ext cx="2667000" cy="1428750"/>
          </a:xfrm>
          <a:prstGeom prst="rect">
            <a:avLst/>
          </a:prstGeom>
          <a:solidFill>
            <a:srgbClr val="FFF3C4"/>
          </a:solidFill>
          <a:ln w="4524">
            <a:solidFill>
              <a:srgbClr val="768FFF"/>
            </a:solidFill>
            <a:prstDash val="solid"/>
          </a:ln>
        </p:spPr>
      </p:sp>
      <p:sp>
        <p:nvSpPr>
          <p:cNvPr id="17" name="Shape 15"/>
          <p:cNvSpPr/>
          <p:nvPr/>
        </p:nvSpPr>
        <p:spPr>
          <a:xfrm>
            <a:off x="3238500" y="3295650"/>
            <a:ext cx="2667000" cy="1252538"/>
          </a:xfrm>
          <a:prstGeom prst="rect">
            <a:avLst/>
          </a:prstGeom>
          <a:noFill/>
          <a:ln w="4524">
            <a:solidFill>
              <a:srgbClr val="768FFF"/>
            </a:solidFill>
            <a:prstDash val="solid"/>
          </a:ln>
        </p:spPr>
      </p:sp>
      <p:sp>
        <p:nvSpPr>
          <p:cNvPr id="18" name="Text 16"/>
          <p:cNvSpPr/>
          <p:nvPr/>
        </p:nvSpPr>
        <p:spPr>
          <a:xfrm>
            <a:off x="3352800" y="3295650"/>
            <a:ext cx="1385888" cy="333375"/>
          </a:xfrm>
          <a:prstGeom prst="rect">
            <a:avLst/>
          </a:prstGeom>
          <a:noFill/>
          <a:ln/>
        </p:spPr>
        <p:txBody>
          <a:bodyPr wrap="square" lIns="0" tIns="0" rIns="0" bIns="0" rtlCol="0" anchor="ctr"/>
          <a:lstStyle/>
          <a:p>
            <a:pPr algn="l" indent="0" marL="0">
              <a:lnSpc>
                <a:spcPts val="1197"/>
              </a:lnSpc>
              <a:buNone/>
            </a:pPr>
            <a:r>
              <a:rPr lang="en-US" sz="1140" spc="-11" kern="0" dirty="0">
                <a:solidFill>
                  <a:srgbClr val="1E125E">
                    <a:alpha val="99000"/>
                  </a:srgbClr>
                </a:solidFill>
                <a:latin typeface="Inter" pitchFamily="34" charset="0"/>
                <a:ea typeface="Inter" pitchFamily="34" charset="-122"/>
                <a:cs typeface="Inter" pitchFamily="34" charset="-120"/>
              </a:rPr>
              <a:t>Daylight</a:t>
            </a:r>
            <a:endParaRPr lang="en-US" sz="1140" dirty="0"/>
          </a:p>
        </p:txBody>
      </p:sp>
      <p:sp>
        <p:nvSpPr>
          <p:cNvPr id="19" name="Shape 17"/>
          <p:cNvSpPr/>
          <p:nvPr/>
        </p:nvSpPr>
        <p:spPr>
          <a:xfrm>
            <a:off x="3352800" y="3629025"/>
            <a:ext cx="2438400" cy="290513"/>
          </a:xfrm>
          <a:prstGeom prst="rect">
            <a:avLst/>
          </a:prstGeom>
          <a:noFill/>
          <a:ln/>
        </p:spPr>
      </p:sp>
      <p:sp>
        <p:nvSpPr>
          <p:cNvPr id="20" name="Text 18"/>
          <p:cNvSpPr/>
          <p:nvPr/>
        </p:nvSpPr>
        <p:spPr>
          <a:xfrm>
            <a:off x="3352800" y="3583781"/>
            <a:ext cx="714375" cy="381000"/>
          </a:xfrm>
          <a:prstGeom prst="rect">
            <a:avLst/>
          </a:prstGeom>
          <a:noFill/>
          <a:ln/>
        </p:spPr>
        <p:txBody>
          <a:bodyPr wrap="square" lIns="0" tIns="0" rIns="0" bIns="0" rtlCol="0" anchor="ctr"/>
          <a:lstStyle/>
          <a:p>
            <a:pPr algn="l"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Hex: </a:t>
            </a:r>
            <a:endParaRPr lang="en-US" sz="855" dirty="0"/>
          </a:p>
        </p:txBody>
      </p:sp>
      <p:sp>
        <p:nvSpPr>
          <p:cNvPr id="21" name="Text 19"/>
          <p:cNvSpPr/>
          <p:nvPr/>
        </p:nvSpPr>
        <p:spPr>
          <a:xfrm>
            <a:off x="5076825" y="3583781"/>
            <a:ext cx="714375" cy="381000"/>
          </a:xfrm>
          <a:prstGeom prst="rect">
            <a:avLst/>
          </a:prstGeom>
          <a:noFill/>
          <a:ln/>
        </p:spPr>
        <p:txBody>
          <a:bodyPr wrap="square" lIns="0" tIns="0" rIns="0" bIns="0" rtlCol="0" anchor="ctr"/>
          <a:lstStyle/>
          <a:p>
            <a:pPr algn="r"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#FFF3C4</a:t>
            </a:r>
            <a:endParaRPr lang="en-US" sz="855" dirty="0"/>
          </a:p>
        </p:txBody>
      </p:sp>
      <p:sp>
        <p:nvSpPr>
          <p:cNvPr id="22" name="Shape 20"/>
          <p:cNvSpPr/>
          <p:nvPr/>
        </p:nvSpPr>
        <p:spPr>
          <a:xfrm>
            <a:off x="3352800" y="3919537"/>
            <a:ext cx="2438400" cy="290513"/>
          </a:xfrm>
          <a:prstGeom prst="rect">
            <a:avLst/>
          </a:prstGeom>
          <a:noFill/>
          <a:ln/>
        </p:spPr>
      </p:sp>
      <p:sp>
        <p:nvSpPr>
          <p:cNvPr id="23" name="Text 21"/>
          <p:cNvSpPr/>
          <p:nvPr/>
        </p:nvSpPr>
        <p:spPr>
          <a:xfrm>
            <a:off x="3352800" y="3874294"/>
            <a:ext cx="714375" cy="381000"/>
          </a:xfrm>
          <a:prstGeom prst="rect">
            <a:avLst/>
          </a:prstGeom>
          <a:noFill/>
          <a:ln/>
        </p:spPr>
        <p:txBody>
          <a:bodyPr wrap="square" lIns="0" tIns="0" rIns="0" bIns="0" rtlCol="0" anchor="ctr"/>
          <a:lstStyle/>
          <a:p>
            <a:pPr algn="l"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RGB:</a:t>
            </a:r>
            <a:endParaRPr lang="en-US" sz="855" dirty="0"/>
          </a:p>
        </p:txBody>
      </p:sp>
      <p:sp>
        <p:nvSpPr>
          <p:cNvPr id="24" name="Text 22"/>
          <p:cNvSpPr/>
          <p:nvPr/>
        </p:nvSpPr>
        <p:spPr>
          <a:xfrm>
            <a:off x="4195763" y="3874294"/>
            <a:ext cx="1595438" cy="381000"/>
          </a:xfrm>
          <a:prstGeom prst="rect">
            <a:avLst/>
          </a:prstGeom>
          <a:noFill/>
          <a:ln/>
        </p:spPr>
        <p:txBody>
          <a:bodyPr wrap="square" lIns="0" tIns="0" rIns="0" bIns="0" rtlCol="0" anchor="ctr"/>
          <a:lstStyle/>
          <a:p>
            <a:pPr algn="r"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							 RGB (255, 243, 196)</a:t>
            </a:r>
            <a:endParaRPr lang="en-US" sz="855" dirty="0"/>
          </a:p>
        </p:txBody>
      </p:sp>
      <p:sp>
        <p:nvSpPr>
          <p:cNvPr id="25" name="Shape 23"/>
          <p:cNvSpPr/>
          <p:nvPr/>
        </p:nvSpPr>
        <p:spPr>
          <a:xfrm>
            <a:off x="3352800" y="4210050"/>
            <a:ext cx="2438400" cy="290513"/>
          </a:xfrm>
          <a:prstGeom prst="rect">
            <a:avLst/>
          </a:prstGeom>
          <a:noFill/>
          <a:ln/>
        </p:spPr>
      </p:sp>
      <p:sp>
        <p:nvSpPr>
          <p:cNvPr id="26" name="Text 24"/>
          <p:cNvSpPr/>
          <p:nvPr/>
        </p:nvSpPr>
        <p:spPr>
          <a:xfrm>
            <a:off x="3352800" y="4164806"/>
            <a:ext cx="714375" cy="381000"/>
          </a:xfrm>
          <a:prstGeom prst="rect">
            <a:avLst/>
          </a:prstGeom>
          <a:noFill/>
          <a:ln/>
        </p:spPr>
        <p:txBody>
          <a:bodyPr wrap="square" lIns="0" tIns="0" rIns="0" bIns="0" rtlCol="0" anchor="ctr"/>
          <a:lstStyle/>
          <a:p>
            <a:pPr algn="l"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CMYK:</a:t>
            </a:r>
            <a:endParaRPr lang="en-US" sz="855" dirty="0"/>
          </a:p>
        </p:txBody>
      </p:sp>
      <p:sp>
        <p:nvSpPr>
          <p:cNvPr id="27" name="Text 25"/>
          <p:cNvSpPr/>
          <p:nvPr/>
        </p:nvSpPr>
        <p:spPr>
          <a:xfrm>
            <a:off x="4195763" y="4164806"/>
            <a:ext cx="1595438" cy="381000"/>
          </a:xfrm>
          <a:prstGeom prst="rect">
            <a:avLst/>
          </a:prstGeom>
          <a:noFill/>
          <a:ln/>
        </p:spPr>
        <p:txBody>
          <a:bodyPr wrap="square" lIns="0" tIns="0" rIns="0" bIns="0" rtlCol="0" anchor="ctr"/>
          <a:lstStyle/>
          <a:p>
            <a:pPr algn="r"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C 0% M 5% Y 23% K 0%</a:t>
            </a:r>
            <a:endParaRPr lang="en-US" sz="855" dirty="0"/>
          </a:p>
        </p:txBody>
      </p:sp>
      <p:sp>
        <p:nvSpPr>
          <p:cNvPr id="28" name="Shape 26"/>
          <p:cNvSpPr/>
          <p:nvPr/>
        </p:nvSpPr>
        <p:spPr>
          <a:xfrm>
            <a:off x="5905500" y="1866900"/>
            <a:ext cx="2667000" cy="2681288"/>
          </a:xfrm>
          <a:prstGeom prst="rect">
            <a:avLst/>
          </a:prstGeom>
          <a:noFill/>
          <a:ln w="4524">
            <a:solidFill>
              <a:srgbClr val="768FFF"/>
            </a:solidFill>
            <a:prstDash val="solid"/>
          </a:ln>
        </p:spPr>
      </p:sp>
      <p:sp>
        <p:nvSpPr>
          <p:cNvPr id="29" name="Shape 27"/>
          <p:cNvSpPr/>
          <p:nvPr/>
        </p:nvSpPr>
        <p:spPr>
          <a:xfrm>
            <a:off x="5905500" y="1866900"/>
            <a:ext cx="2667000" cy="1428750"/>
          </a:xfrm>
          <a:prstGeom prst="rect">
            <a:avLst/>
          </a:prstGeom>
          <a:solidFill>
            <a:srgbClr val="813FE8"/>
          </a:solidFill>
          <a:ln w="4524">
            <a:solidFill>
              <a:srgbClr val="768FFF"/>
            </a:solidFill>
            <a:prstDash val="solid"/>
          </a:ln>
        </p:spPr>
      </p:sp>
      <p:sp>
        <p:nvSpPr>
          <p:cNvPr id="30" name="Shape 28"/>
          <p:cNvSpPr/>
          <p:nvPr/>
        </p:nvSpPr>
        <p:spPr>
          <a:xfrm>
            <a:off x="5905500" y="3295650"/>
            <a:ext cx="2667000" cy="1252538"/>
          </a:xfrm>
          <a:prstGeom prst="rect">
            <a:avLst/>
          </a:prstGeom>
          <a:noFill/>
          <a:ln w="4524">
            <a:solidFill>
              <a:srgbClr val="768FFF"/>
            </a:solidFill>
            <a:prstDash val="solid"/>
          </a:ln>
        </p:spPr>
      </p:sp>
      <p:sp>
        <p:nvSpPr>
          <p:cNvPr id="31" name="Text 29"/>
          <p:cNvSpPr/>
          <p:nvPr/>
        </p:nvSpPr>
        <p:spPr>
          <a:xfrm>
            <a:off x="6019800" y="3295650"/>
            <a:ext cx="1385888" cy="333375"/>
          </a:xfrm>
          <a:prstGeom prst="rect">
            <a:avLst/>
          </a:prstGeom>
          <a:noFill/>
          <a:ln/>
        </p:spPr>
        <p:txBody>
          <a:bodyPr wrap="square" lIns="0" tIns="0" rIns="0" bIns="0" rtlCol="0" anchor="ctr"/>
          <a:lstStyle/>
          <a:p>
            <a:pPr algn="l" indent="0" marL="0">
              <a:lnSpc>
                <a:spcPts val="1197"/>
              </a:lnSpc>
              <a:buNone/>
            </a:pPr>
            <a:r>
              <a:rPr lang="en-US" sz="1140" spc="-11" kern="0" dirty="0">
                <a:solidFill>
                  <a:srgbClr val="1E125E">
                    <a:alpha val="99000"/>
                  </a:srgbClr>
                </a:solidFill>
                <a:latin typeface="Inter" pitchFamily="34" charset="0"/>
                <a:ea typeface="Inter" pitchFamily="34" charset="-122"/>
                <a:cs typeface="Inter" pitchFamily="34" charset="-120"/>
              </a:rPr>
              <a:t>Afterglow</a:t>
            </a:r>
            <a:endParaRPr lang="en-US" sz="1140" dirty="0"/>
          </a:p>
        </p:txBody>
      </p:sp>
      <p:sp>
        <p:nvSpPr>
          <p:cNvPr id="32" name="Shape 30"/>
          <p:cNvSpPr/>
          <p:nvPr/>
        </p:nvSpPr>
        <p:spPr>
          <a:xfrm>
            <a:off x="6019800" y="3629025"/>
            <a:ext cx="2438400" cy="290513"/>
          </a:xfrm>
          <a:prstGeom prst="rect">
            <a:avLst/>
          </a:prstGeom>
          <a:noFill/>
          <a:ln/>
        </p:spPr>
      </p:sp>
      <p:sp>
        <p:nvSpPr>
          <p:cNvPr id="33" name="Text 31"/>
          <p:cNvSpPr/>
          <p:nvPr/>
        </p:nvSpPr>
        <p:spPr>
          <a:xfrm>
            <a:off x="6019800" y="3583781"/>
            <a:ext cx="714375" cy="381000"/>
          </a:xfrm>
          <a:prstGeom prst="rect">
            <a:avLst/>
          </a:prstGeom>
          <a:noFill/>
          <a:ln/>
        </p:spPr>
        <p:txBody>
          <a:bodyPr wrap="square" lIns="0" tIns="0" rIns="0" bIns="0" rtlCol="0" anchor="ctr"/>
          <a:lstStyle/>
          <a:p>
            <a:pPr algn="l"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Hex: </a:t>
            </a:r>
            <a:endParaRPr lang="en-US" sz="855" dirty="0"/>
          </a:p>
        </p:txBody>
      </p:sp>
      <p:sp>
        <p:nvSpPr>
          <p:cNvPr id="34" name="Text 32"/>
          <p:cNvSpPr/>
          <p:nvPr/>
        </p:nvSpPr>
        <p:spPr>
          <a:xfrm>
            <a:off x="7743825" y="3583781"/>
            <a:ext cx="714375" cy="381000"/>
          </a:xfrm>
          <a:prstGeom prst="rect">
            <a:avLst/>
          </a:prstGeom>
          <a:noFill/>
          <a:ln/>
        </p:spPr>
        <p:txBody>
          <a:bodyPr wrap="square" lIns="0" tIns="0" rIns="0" bIns="0" rtlCol="0" anchor="ctr"/>
          <a:lstStyle/>
          <a:p>
            <a:pPr algn="r"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#813FE8</a:t>
            </a:r>
            <a:endParaRPr lang="en-US" sz="855" dirty="0"/>
          </a:p>
        </p:txBody>
      </p:sp>
      <p:sp>
        <p:nvSpPr>
          <p:cNvPr id="35" name="Shape 33"/>
          <p:cNvSpPr/>
          <p:nvPr/>
        </p:nvSpPr>
        <p:spPr>
          <a:xfrm>
            <a:off x="6019800" y="3919537"/>
            <a:ext cx="2438400" cy="290513"/>
          </a:xfrm>
          <a:prstGeom prst="rect">
            <a:avLst/>
          </a:prstGeom>
          <a:noFill/>
          <a:ln/>
        </p:spPr>
      </p:sp>
      <p:sp>
        <p:nvSpPr>
          <p:cNvPr id="36" name="Text 34"/>
          <p:cNvSpPr/>
          <p:nvPr/>
        </p:nvSpPr>
        <p:spPr>
          <a:xfrm>
            <a:off x="6019800" y="3874294"/>
            <a:ext cx="714375" cy="381000"/>
          </a:xfrm>
          <a:prstGeom prst="rect">
            <a:avLst/>
          </a:prstGeom>
          <a:noFill/>
          <a:ln/>
        </p:spPr>
        <p:txBody>
          <a:bodyPr wrap="square" lIns="0" tIns="0" rIns="0" bIns="0" rtlCol="0" anchor="ctr"/>
          <a:lstStyle/>
          <a:p>
            <a:pPr algn="l"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RGB:</a:t>
            </a:r>
            <a:endParaRPr lang="en-US" sz="855" dirty="0"/>
          </a:p>
        </p:txBody>
      </p:sp>
      <p:sp>
        <p:nvSpPr>
          <p:cNvPr id="37" name="Text 35"/>
          <p:cNvSpPr/>
          <p:nvPr/>
        </p:nvSpPr>
        <p:spPr>
          <a:xfrm>
            <a:off x="7038975" y="3874294"/>
            <a:ext cx="1419225" cy="381000"/>
          </a:xfrm>
          <a:prstGeom prst="rect">
            <a:avLst/>
          </a:prstGeom>
          <a:noFill/>
          <a:ln/>
        </p:spPr>
        <p:txBody>
          <a:bodyPr wrap="square" lIns="0" tIns="0" rIns="0" bIns="0" rtlCol="0" anchor="ctr"/>
          <a:lstStyle/>
          <a:p>
            <a:pPr algn="r"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							 RGB (129, 63, 232)</a:t>
            </a:r>
            <a:endParaRPr lang="en-US" sz="855" dirty="0"/>
          </a:p>
        </p:txBody>
      </p:sp>
      <p:sp>
        <p:nvSpPr>
          <p:cNvPr id="38" name="Shape 36"/>
          <p:cNvSpPr/>
          <p:nvPr/>
        </p:nvSpPr>
        <p:spPr>
          <a:xfrm>
            <a:off x="6019800" y="4210050"/>
            <a:ext cx="2438400" cy="290513"/>
          </a:xfrm>
          <a:prstGeom prst="rect">
            <a:avLst/>
          </a:prstGeom>
          <a:noFill/>
          <a:ln/>
        </p:spPr>
      </p:sp>
      <p:sp>
        <p:nvSpPr>
          <p:cNvPr id="39" name="Text 37"/>
          <p:cNvSpPr/>
          <p:nvPr/>
        </p:nvSpPr>
        <p:spPr>
          <a:xfrm>
            <a:off x="6019800" y="4164806"/>
            <a:ext cx="714375" cy="381000"/>
          </a:xfrm>
          <a:prstGeom prst="rect">
            <a:avLst/>
          </a:prstGeom>
          <a:noFill/>
          <a:ln/>
        </p:spPr>
        <p:txBody>
          <a:bodyPr wrap="square" lIns="0" tIns="0" rIns="0" bIns="0" rtlCol="0" anchor="ctr"/>
          <a:lstStyle/>
          <a:p>
            <a:pPr algn="l"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CMYK:</a:t>
            </a:r>
            <a:endParaRPr lang="en-US" sz="855" dirty="0"/>
          </a:p>
        </p:txBody>
      </p:sp>
      <p:sp>
        <p:nvSpPr>
          <p:cNvPr id="40" name="Text 38"/>
          <p:cNvSpPr/>
          <p:nvPr/>
        </p:nvSpPr>
        <p:spPr>
          <a:xfrm>
            <a:off x="7077075" y="4164806"/>
            <a:ext cx="1381125" cy="381000"/>
          </a:xfrm>
          <a:prstGeom prst="rect">
            <a:avLst/>
          </a:prstGeom>
          <a:noFill/>
          <a:ln/>
        </p:spPr>
        <p:txBody>
          <a:bodyPr wrap="square" lIns="0" tIns="0" rIns="0" bIns="0" rtlCol="0" anchor="ctr"/>
          <a:lstStyle/>
          <a:p>
            <a:pPr algn="r"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C 44% M 73% Y 0% K 9%</a:t>
            </a:r>
            <a:endParaRPr lang="en-US" sz="855" dirty="0"/>
          </a:p>
        </p:txBody>
      </p:sp>
      <p:sp>
        <p:nvSpPr>
          <p:cNvPr id="41" name="Text 39"/>
          <p:cNvSpPr/>
          <p:nvPr/>
        </p:nvSpPr>
        <p:spPr>
          <a:xfrm>
            <a:off x="619125" y="1000125"/>
            <a:ext cx="2781300" cy="876300"/>
          </a:xfrm>
          <a:prstGeom prst="rect">
            <a:avLst/>
          </a:prstGeom>
          <a:noFill/>
          <a:ln/>
        </p:spPr>
        <p:txBody>
          <a:bodyPr wrap="square" lIns="0" tIns="0" rIns="0" bIns="0" rtlCol="0" anchor="ctr"/>
          <a:lstStyle/>
          <a:p>
            <a:pPr algn="l" indent="0" marL="0">
              <a:lnSpc>
                <a:spcPts val="1425"/>
              </a:lnSpc>
              <a:buNone/>
            </a:pPr>
            <a:r>
              <a:rPr lang="en-US" sz="1140" spc="-11" kern="0" dirty="0">
                <a:solidFill>
                  <a:srgbClr val="1E125E">
                    <a:alpha val="99000"/>
                  </a:srgbClr>
                </a:solidFill>
                <a:latin typeface="Inter" pitchFamily="34" charset="0"/>
                <a:ea typeface="Inter" pitchFamily="34" charset="-122"/>
                <a:cs typeface="Inter" pitchFamily="34" charset="-120"/>
              </a:rPr>
              <a:t>Secondary colors – these colors can be used as accents, in addition to primary colors.</a:t>
            </a:r>
            <a:endParaRPr lang="en-US" sz="1140" dirty="0"/>
          </a:p>
        </p:txBody>
      </p:sp>
      <p:pic>
        <p:nvPicPr>
          <p:cNvPr id="42" name="Image 0" descr="preencoded.png">    </p:cNvPr>
          <p:cNvPicPr>
            <a:picLocks noChangeAspect="1"/>
          </p:cNvPicPr>
          <p:nvPr/>
        </p:nvPicPr>
        <p:blipFill>
          <a:blip r:embed="rId1"/>
          <a:srcRect l="0" r="0" t="0" b="0"/>
          <a:stretch/>
        </p:blipFill>
        <p:spPr>
          <a:xfrm>
            <a:off x="571500" y="285750"/>
            <a:ext cx="8001000" cy="457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2F5"/>
        </a:solidFill>
      </p:bgPr>
    </p:bg>
    <p:spTree>
      <p:nvGrpSpPr>
        <p:cNvPr id="1" name=""/>
        <p:cNvGrpSpPr/>
        <p:nvPr/>
      </p:nvGrpSpPr>
      <p:grpSpPr>
        <a:xfrm>
          <a:off x="0" y="0"/>
          <a:ext cx="0" cy="0"/>
          <a:chOff x="0" y="0"/>
          <a:chExt cx="0" cy="0"/>
        </a:xfrm>
      </p:grpSpPr>
      <p:sp>
        <p:nvSpPr>
          <p:cNvPr id="2" name="Text 0"/>
          <p:cNvSpPr/>
          <p:nvPr/>
        </p:nvSpPr>
        <p:spPr>
          <a:xfrm>
            <a:off x="619125" y="1000125"/>
            <a:ext cx="2781300" cy="876300"/>
          </a:xfrm>
          <a:prstGeom prst="rect">
            <a:avLst/>
          </a:prstGeom>
          <a:noFill/>
          <a:ln/>
        </p:spPr>
        <p:txBody>
          <a:bodyPr wrap="square" lIns="0" tIns="0" rIns="0" bIns="0" rtlCol="0" anchor="ctr"/>
          <a:lstStyle/>
          <a:p>
            <a:pPr algn="l" indent="0" marL="0">
              <a:lnSpc>
                <a:spcPts val="1425"/>
              </a:lnSpc>
              <a:buNone/>
            </a:pPr>
            <a:r>
              <a:rPr lang="en-US" sz="1140" spc="-11" kern="0" dirty="0">
                <a:solidFill>
                  <a:srgbClr val="1E125E">
                    <a:alpha val="99000"/>
                  </a:srgbClr>
                </a:solidFill>
                <a:latin typeface="Inter" pitchFamily="34" charset="0"/>
                <a:ea typeface="Inter" pitchFamily="34" charset="-122"/>
                <a:cs typeface="Inter" pitchFamily="34" charset="-120"/>
              </a:rPr>
              <a:t>Color use should be weighted accordingly – primary colors should be used 3x more than accent colors, as a rule of thumb.</a:t>
            </a:r>
            <a:endParaRPr lang="en-US" sz="1140" dirty="0"/>
          </a:p>
        </p:txBody>
      </p:sp>
      <p:sp>
        <p:nvSpPr>
          <p:cNvPr id="3" name="Shape 1"/>
          <p:cNvSpPr/>
          <p:nvPr/>
        </p:nvSpPr>
        <p:spPr>
          <a:xfrm>
            <a:off x="4486275" y="1828800"/>
            <a:ext cx="442913" cy="2857500"/>
          </a:xfrm>
          <a:prstGeom prst="rect">
            <a:avLst/>
          </a:prstGeom>
          <a:solidFill>
            <a:srgbClr val="1C1E85"/>
          </a:solidFill>
          <a:ln w="4524">
            <a:solidFill>
              <a:srgbClr val="1E125E"/>
            </a:solidFill>
            <a:prstDash val="solid"/>
          </a:ln>
        </p:spPr>
      </p:sp>
      <p:sp>
        <p:nvSpPr>
          <p:cNvPr id="4" name="Shape 2"/>
          <p:cNvSpPr/>
          <p:nvPr/>
        </p:nvSpPr>
        <p:spPr>
          <a:xfrm>
            <a:off x="4919663" y="1828800"/>
            <a:ext cx="442913" cy="2857500"/>
          </a:xfrm>
          <a:prstGeom prst="rect">
            <a:avLst/>
          </a:prstGeom>
          <a:solidFill>
            <a:srgbClr val="FFF2F5"/>
          </a:solidFill>
          <a:ln w="4524">
            <a:solidFill>
              <a:srgbClr val="1E125E"/>
            </a:solidFill>
            <a:prstDash val="solid"/>
          </a:ln>
        </p:spPr>
      </p:sp>
      <p:sp>
        <p:nvSpPr>
          <p:cNvPr id="5" name="Shape 3"/>
          <p:cNvSpPr/>
          <p:nvPr/>
        </p:nvSpPr>
        <p:spPr>
          <a:xfrm>
            <a:off x="5357813" y="2305050"/>
            <a:ext cx="442913" cy="2381250"/>
          </a:xfrm>
          <a:prstGeom prst="rect">
            <a:avLst/>
          </a:prstGeom>
          <a:solidFill>
            <a:srgbClr val="FD96C9"/>
          </a:solidFill>
          <a:ln w="4524">
            <a:solidFill>
              <a:srgbClr val="1E125E"/>
            </a:solidFill>
            <a:prstDash val="solid"/>
          </a:ln>
        </p:spPr>
      </p:sp>
      <p:sp>
        <p:nvSpPr>
          <p:cNvPr id="6" name="Shape 4"/>
          <p:cNvSpPr/>
          <p:nvPr/>
        </p:nvSpPr>
        <p:spPr>
          <a:xfrm>
            <a:off x="6353175" y="3733800"/>
            <a:ext cx="442913" cy="952500"/>
          </a:xfrm>
          <a:prstGeom prst="rect">
            <a:avLst/>
          </a:prstGeom>
          <a:solidFill>
            <a:srgbClr val="1E125E"/>
          </a:solidFill>
          <a:ln w="4524">
            <a:solidFill>
              <a:srgbClr val="1E125E"/>
            </a:solidFill>
            <a:prstDash val="solid"/>
          </a:ln>
        </p:spPr>
      </p:sp>
      <p:sp>
        <p:nvSpPr>
          <p:cNvPr id="7" name="Shape 5"/>
          <p:cNvSpPr/>
          <p:nvPr/>
        </p:nvSpPr>
        <p:spPr>
          <a:xfrm>
            <a:off x="6786563" y="3733800"/>
            <a:ext cx="442913" cy="952500"/>
          </a:xfrm>
          <a:prstGeom prst="rect">
            <a:avLst/>
          </a:prstGeom>
          <a:solidFill>
            <a:srgbClr val="FFF3C4"/>
          </a:solidFill>
          <a:ln w="4524">
            <a:solidFill>
              <a:srgbClr val="1E125E"/>
            </a:solidFill>
            <a:prstDash val="solid"/>
          </a:ln>
        </p:spPr>
      </p:sp>
      <p:sp>
        <p:nvSpPr>
          <p:cNvPr id="8" name="Shape 6"/>
          <p:cNvSpPr/>
          <p:nvPr/>
        </p:nvSpPr>
        <p:spPr>
          <a:xfrm>
            <a:off x="7215188" y="3733800"/>
            <a:ext cx="442913" cy="952500"/>
          </a:xfrm>
          <a:prstGeom prst="rect">
            <a:avLst/>
          </a:prstGeom>
          <a:solidFill>
            <a:srgbClr val="813FE8"/>
          </a:solidFill>
          <a:ln w="4524">
            <a:solidFill>
              <a:srgbClr val="1E125E"/>
            </a:solidFill>
            <a:prstDash val="solid"/>
          </a:ln>
        </p:spPr>
      </p:sp>
      <p:sp>
        <p:nvSpPr>
          <p:cNvPr id="9" name="Text 7"/>
          <p:cNvSpPr/>
          <p:nvPr/>
        </p:nvSpPr>
        <p:spPr>
          <a:xfrm>
            <a:off x="4486275" y="1357313"/>
            <a:ext cx="1314450" cy="319088"/>
          </a:xfrm>
          <a:prstGeom prst="rect">
            <a:avLst/>
          </a:prstGeom>
          <a:noFill/>
          <a:ln/>
        </p:spPr>
        <p:txBody>
          <a:bodyPr wrap="square" lIns="0" tIns="0" rIns="0" bIns="0" rtlCol="0" anchor="ctr"/>
          <a:lstStyle/>
          <a:p>
            <a:pPr algn="ctr"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PRIMARY</a:t>
            </a:r>
            <a:endParaRPr lang="en-US" sz="855" dirty="0"/>
          </a:p>
        </p:txBody>
      </p:sp>
      <p:pic>
        <p:nvPicPr>
          <p:cNvPr id="10" name="Image 0" descr="preencoded.png">    </p:cNvPr>
          <p:cNvPicPr>
            <a:picLocks noChangeAspect="1"/>
          </p:cNvPicPr>
          <p:nvPr/>
        </p:nvPicPr>
        <p:blipFill>
          <a:blip r:embed="rId1"/>
          <a:srcRect l="0" r="0" t="0" b="0"/>
          <a:stretch/>
        </p:blipFill>
        <p:spPr>
          <a:xfrm>
            <a:off x="4486275" y="1638300"/>
            <a:ext cx="1314457" cy="27496"/>
          </a:xfrm>
          <a:prstGeom prst="rect">
            <a:avLst/>
          </a:prstGeom>
        </p:spPr>
      </p:pic>
      <p:sp>
        <p:nvSpPr>
          <p:cNvPr id="11" name="Text 8"/>
          <p:cNvSpPr/>
          <p:nvPr/>
        </p:nvSpPr>
        <p:spPr>
          <a:xfrm>
            <a:off x="6353175" y="3024188"/>
            <a:ext cx="1314450" cy="319088"/>
          </a:xfrm>
          <a:prstGeom prst="rect">
            <a:avLst/>
          </a:prstGeom>
          <a:noFill/>
          <a:ln/>
        </p:spPr>
        <p:txBody>
          <a:bodyPr wrap="square" lIns="0" tIns="0" rIns="0" bIns="0" rtlCol="0" anchor="ctr"/>
          <a:lstStyle/>
          <a:p>
            <a:pPr algn="ctr" indent="0" marL="0">
              <a:lnSpc>
                <a:spcPts val="898"/>
              </a:lnSpc>
              <a:buNone/>
            </a:pPr>
            <a:r>
              <a:rPr lang="en-US" sz="855" spc="-9" kern="0" dirty="0">
                <a:solidFill>
                  <a:srgbClr val="1E125E">
                    <a:alpha val="99000"/>
                  </a:srgbClr>
                </a:solidFill>
                <a:latin typeface="Inter" pitchFamily="34" charset="0"/>
                <a:ea typeface="Inter" pitchFamily="34" charset="-122"/>
                <a:cs typeface="Inter" pitchFamily="34" charset="-120"/>
              </a:rPr>
              <a:t>SECONDARY</a:t>
            </a:r>
            <a:endParaRPr lang="en-US" sz="855" dirty="0"/>
          </a:p>
        </p:txBody>
      </p:sp>
      <p:pic>
        <p:nvPicPr>
          <p:cNvPr id="12" name="Image 1" descr="preencoded.png">    </p:cNvPr>
          <p:cNvPicPr>
            <a:picLocks noChangeAspect="1"/>
          </p:cNvPicPr>
          <p:nvPr/>
        </p:nvPicPr>
        <p:blipFill>
          <a:blip r:embed="rId2"/>
          <a:srcRect l="0" r="0" t="0" b="96993"/>
          <a:stretch/>
        </p:blipFill>
        <p:spPr>
          <a:xfrm>
            <a:off x="6353175" y="3305175"/>
            <a:ext cx="1314455" cy="27496"/>
          </a:xfrm>
          <a:prstGeom prst="rect">
            <a:avLst/>
          </a:prstGeom>
        </p:spPr>
      </p:pic>
      <p:pic>
        <p:nvPicPr>
          <p:cNvPr id="13" name="Image 2" descr="preencoded.png">    </p:cNvPr>
          <p:cNvPicPr>
            <a:picLocks noChangeAspect="1"/>
          </p:cNvPicPr>
          <p:nvPr/>
        </p:nvPicPr>
        <p:blipFill>
          <a:blip r:embed="rId3"/>
          <a:srcRect l="0" r="0" t="0" b="0"/>
          <a:stretch/>
        </p:blipFill>
        <p:spPr>
          <a:xfrm>
            <a:off x="571500" y="285750"/>
            <a:ext cx="8001000" cy="4572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2F5"/>
        </a:solidFill>
      </p:bgPr>
    </p:bg>
    <p:spTree>
      <p:nvGrpSpPr>
        <p:cNvPr id="1" name=""/>
        <p:cNvGrpSpPr/>
        <p:nvPr/>
      </p:nvGrpSpPr>
      <p:grpSpPr>
        <a:xfrm>
          <a:off x="0" y="0"/>
          <a:ext cx="0" cy="0"/>
          <a:chOff x="0" y="0"/>
          <a:chExt cx="0" cy="0"/>
        </a:xfrm>
      </p:grpSpPr>
      <p:sp>
        <p:nvSpPr>
          <p:cNvPr id="2" name="Text 0"/>
          <p:cNvSpPr/>
          <p:nvPr/>
        </p:nvSpPr>
        <p:spPr>
          <a:xfrm>
            <a:off x="619125" y="1000125"/>
            <a:ext cx="2781300" cy="1233488"/>
          </a:xfrm>
          <a:prstGeom prst="rect">
            <a:avLst/>
          </a:prstGeom>
          <a:noFill/>
          <a:ln/>
        </p:spPr>
        <p:txBody>
          <a:bodyPr wrap="square" lIns="0" tIns="0" rIns="0" bIns="0" rtlCol="0" anchor="ctr"/>
          <a:lstStyle/>
          <a:p>
            <a:pPr algn="l" indent="0" marL="0">
              <a:lnSpc>
                <a:spcPts val="1425"/>
              </a:lnSpc>
              <a:buNone/>
            </a:pPr>
            <a:r>
              <a:rPr lang="en-US" sz="1140" spc="-11" kern="0" dirty="0">
                <a:solidFill>
                  <a:srgbClr val="1E125E">
                    <a:alpha val="99000"/>
                  </a:srgbClr>
                </a:solidFill>
                <a:latin typeface="Inter" pitchFamily="34" charset="0"/>
                <a:ea typeface="Inter" pitchFamily="34" charset="-122"/>
                <a:cs typeface="Inter" pitchFamily="34" charset="-120"/>
              </a:rPr>
              <a:t>Only use colors with one another that provide sufficient contrast from background to foreground.</a:t>
            </a:r>
            <a:endParaRPr lang="en-US" sz="1140" dirty="0"/>
          </a:p>
          <a:p>
            <a:pPr algn="l" indent="0" marL="0">
              <a:lnSpc>
                <a:spcPts val="1425"/>
              </a:lnSpc>
              <a:buNone/>
            </a:pPr>
            <a:r>
              <a:rPr lang="en-US" sz="1140" spc="-11" kern="0" dirty="0">
                <a:solidFill>
                  <a:srgbClr val="1E125E">
                    <a:alpha val="99000"/>
                  </a:srgbClr>
                </a:solidFill>
                <a:latin typeface="Inter" pitchFamily="34" charset="0"/>
                <a:ea typeface="Inter" pitchFamily="34" charset="-122"/>
                <a:cs typeface="Inter" pitchFamily="34" charset="-120"/>
              </a:rPr>
              <a:t>These are examples of color pairings that work well.</a:t>
            </a:r>
            <a:endParaRPr lang="en-US" sz="1140" dirty="0"/>
          </a:p>
        </p:txBody>
      </p:sp>
      <p:sp>
        <p:nvSpPr>
          <p:cNvPr id="3" name="Shape 1"/>
          <p:cNvSpPr/>
          <p:nvPr/>
        </p:nvSpPr>
        <p:spPr>
          <a:xfrm>
            <a:off x="642938" y="2571750"/>
            <a:ext cx="1428750" cy="1428750"/>
          </a:xfrm>
          <a:prstGeom prst="rect">
            <a:avLst/>
          </a:prstGeom>
          <a:solidFill>
            <a:srgbClr val="1C1E85"/>
          </a:solidFill>
          <a:ln/>
        </p:spPr>
      </p:sp>
      <p:sp>
        <p:nvSpPr>
          <p:cNvPr id="4" name="Text 2"/>
          <p:cNvSpPr/>
          <p:nvPr/>
        </p:nvSpPr>
        <p:spPr>
          <a:xfrm>
            <a:off x="642938" y="2571750"/>
            <a:ext cx="1428750" cy="1428750"/>
          </a:xfrm>
          <a:prstGeom prst="rect">
            <a:avLst/>
          </a:prstGeom>
          <a:noFill/>
          <a:ln/>
        </p:spPr>
        <p:txBody>
          <a:bodyPr wrap="square" lIns="0" tIns="0" rIns="0" bIns="0" rtlCol="0" anchor="ctr"/>
          <a:lstStyle/>
          <a:p>
            <a:pPr algn="ctr" indent="0" marL="0">
              <a:lnSpc>
                <a:spcPts val="3142"/>
              </a:lnSpc>
              <a:buNone/>
            </a:pPr>
            <a:r>
              <a:rPr lang="en-US" sz="2992" spc="-30" kern="0" dirty="0">
                <a:solidFill>
                  <a:srgbClr val="FFF2F5">
                    <a:alpha val="99000"/>
                  </a:srgbClr>
                </a:solidFill>
                <a:latin typeface="Inter" pitchFamily="34" charset="0"/>
                <a:ea typeface="Inter" pitchFamily="34" charset="-122"/>
                <a:cs typeface="Inter" pitchFamily="34" charset="-120"/>
              </a:rPr>
              <a:t>Aa</a:t>
            </a:r>
            <a:endParaRPr lang="en-US" sz="2992" dirty="0"/>
          </a:p>
        </p:txBody>
      </p:sp>
      <p:sp>
        <p:nvSpPr>
          <p:cNvPr id="5" name="Shape 3"/>
          <p:cNvSpPr/>
          <p:nvPr/>
        </p:nvSpPr>
        <p:spPr>
          <a:xfrm>
            <a:off x="2262188" y="2571750"/>
            <a:ext cx="1428750" cy="1428750"/>
          </a:xfrm>
          <a:prstGeom prst="rect">
            <a:avLst/>
          </a:prstGeom>
          <a:solidFill>
            <a:srgbClr val="FFF2F5"/>
          </a:solidFill>
          <a:ln w="9049">
            <a:solidFill>
              <a:srgbClr val="1E125E"/>
            </a:solidFill>
            <a:prstDash val="solid"/>
          </a:ln>
        </p:spPr>
      </p:sp>
      <p:sp>
        <p:nvSpPr>
          <p:cNvPr id="6" name="Text 4"/>
          <p:cNvSpPr/>
          <p:nvPr/>
        </p:nvSpPr>
        <p:spPr>
          <a:xfrm>
            <a:off x="2262188" y="2571750"/>
            <a:ext cx="1428750" cy="1428750"/>
          </a:xfrm>
          <a:prstGeom prst="rect">
            <a:avLst/>
          </a:prstGeom>
          <a:noFill/>
          <a:ln/>
        </p:spPr>
        <p:txBody>
          <a:bodyPr wrap="square" lIns="0" tIns="0" rIns="0" bIns="0" rtlCol="0" anchor="ctr"/>
          <a:lstStyle/>
          <a:p>
            <a:pPr algn="ctr" indent="0" marL="0">
              <a:lnSpc>
                <a:spcPts val="3142"/>
              </a:lnSpc>
              <a:buNone/>
            </a:pPr>
            <a:r>
              <a:rPr lang="en-US" sz="2992" spc="-30" kern="0" dirty="0">
                <a:solidFill>
                  <a:srgbClr val="1E125E">
                    <a:alpha val="99000"/>
                  </a:srgbClr>
                </a:solidFill>
                <a:latin typeface="Inter" pitchFamily="34" charset="0"/>
                <a:ea typeface="Inter" pitchFamily="34" charset="-122"/>
                <a:cs typeface="Inter" pitchFamily="34" charset="-120"/>
              </a:rPr>
              <a:t>Aa</a:t>
            </a:r>
            <a:endParaRPr lang="en-US" sz="2992" dirty="0"/>
          </a:p>
        </p:txBody>
      </p:sp>
      <p:sp>
        <p:nvSpPr>
          <p:cNvPr id="7" name="Shape 5"/>
          <p:cNvSpPr/>
          <p:nvPr/>
        </p:nvSpPr>
        <p:spPr>
          <a:xfrm>
            <a:off x="5500688" y="2571750"/>
            <a:ext cx="1428750" cy="1428750"/>
          </a:xfrm>
          <a:prstGeom prst="rect">
            <a:avLst/>
          </a:prstGeom>
          <a:solidFill>
            <a:srgbClr val="813FE8"/>
          </a:solidFill>
          <a:ln w="9049">
            <a:solidFill>
              <a:srgbClr val="FFF2F5"/>
            </a:solidFill>
            <a:prstDash val="solid"/>
          </a:ln>
        </p:spPr>
      </p:sp>
      <p:sp>
        <p:nvSpPr>
          <p:cNvPr id="8" name="Text 6"/>
          <p:cNvSpPr/>
          <p:nvPr/>
        </p:nvSpPr>
        <p:spPr>
          <a:xfrm>
            <a:off x="5500688" y="2571750"/>
            <a:ext cx="1428750" cy="1428750"/>
          </a:xfrm>
          <a:prstGeom prst="rect">
            <a:avLst/>
          </a:prstGeom>
          <a:noFill/>
          <a:ln/>
        </p:spPr>
        <p:txBody>
          <a:bodyPr wrap="square" lIns="0" tIns="0" rIns="0" bIns="0" rtlCol="0" anchor="ctr"/>
          <a:lstStyle/>
          <a:p>
            <a:pPr algn="ctr" indent="0" marL="0">
              <a:lnSpc>
                <a:spcPts val="3142"/>
              </a:lnSpc>
              <a:buNone/>
            </a:pPr>
            <a:r>
              <a:rPr lang="en-US" sz="2992" spc="-30" kern="0" dirty="0">
                <a:solidFill>
                  <a:srgbClr val="FFF2F5">
                    <a:alpha val="99000"/>
                  </a:srgbClr>
                </a:solidFill>
                <a:latin typeface="Inter" pitchFamily="34" charset="0"/>
                <a:ea typeface="Inter" pitchFamily="34" charset="-122"/>
                <a:cs typeface="Inter" pitchFamily="34" charset="-120"/>
              </a:rPr>
              <a:t>Aa</a:t>
            </a:r>
            <a:endParaRPr lang="en-US" sz="2992" dirty="0"/>
          </a:p>
        </p:txBody>
      </p:sp>
      <p:sp>
        <p:nvSpPr>
          <p:cNvPr id="9" name="Shape 7"/>
          <p:cNvSpPr/>
          <p:nvPr/>
        </p:nvSpPr>
        <p:spPr>
          <a:xfrm>
            <a:off x="7119938" y="2571750"/>
            <a:ext cx="1428750" cy="1428750"/>
          </a:xfrm>
          <a:prstGeom prst="rect">
            <a:avLst/>
          </a:prstGeom>
          <a:solidFill>
            <a:srgbClr val="FFF3C4"/>
          </a:solidFill>
          <a:ln w="9049">
            <a:solidFill>
              <a:srgbClr val="1E125E"/>
            </a:solidFill>
            <a:prstDash val="solid"/>
          </a:ln>
        </p:spPr>
      </p:sp>
      <p:sp>
        <p:nvSpPr>
          <p:cNvPr id="10" name="Text 8"/>
          <p:cNvSpPr/>
          <p:nvPr/>
        </p:nvSpPr>
        <p:spPr>
          <a:xfrm>
            <a:off x="7119938" y="2571750"/>
            <a:ext cx="1428750" cy="1428750"/>
          </a:xfrm>
          <a:prstGeom prst="rect">
            <a:avLst/>
          </a:prstGeom>
          <a:noFill/>
          <a:ln/>
        </p:spPr>
        <p:txBody>
          <a:bodyPr wrap="square" lIns="0" tIns="0" rIns="0" bIns="0" rtlCol="0" anchor="ctr"/>
          <a:lstStyle/>
          <a:p>
            <a:pPr algn="ctr" indent="0" marL="0">
              <a:lnSpc>
                <a:spcPts val="3142"/>
              </a:lnSpc>
              <a:buNone/>
            </a:pPr>
            <a:r>
              <a:rPr lang="en-US" sz="2992" spc="-30" kern="0" dirty="0">
                <a:solidFill>
                  <a:srgbClr val="1E125E">
                    <a:alpha val="99000"/>
                  </a:srgbClr>
                </a:solidFill>
                <a:latin typeface="Inter" pitchFamily="34" charset="0"/>
                <a:ea typeface="Inter" pitchFamily="34" charset="-122"/>
                <a:cs typeface="Inter" pitchFamily="34" charset="-120"/>
              </a:rPr>
              <a:t>Aa</a:t>
            </a:r>
            <a:endParaRPr lang="en-US" sz="2992" dirty="0"/>
          </a:p>
        </p:txBody>
      </p:sp>
      <p:sp>
        <p:nvSpPr>
          <p:cNvPr id="11" name="Shape 9"/>
          <p:cNvSpPr/>
          <p:nvPr/>
        </p:nvSpPr>
        <p:spPr>
          <a:xfrm>
            <a:off x="3881438" y="2571750"/>
            <a:ext cx="1428750" cy="1428750"/>
          </a:xfrm>
          <a:prstGeom prst="rect">
            <a:avLst/>
          </a:prstGeom>
          <a:solidFill>
            <a:srgbClr val="FD96C9"/>
          </a:solidFill>
          <a:ln w="9049">
            <a:solidFill>
              <a:srgbClr val="1E125E"/>
            </a:solidFill>
            <a:prstDash val="solid"/>
          </a:ln>
        </p:spPr>
      </p:sp>
      <p:sp>
        <p:nvSpPr>
          <p:cNvPr id="12" name="Text 10"/>
          <p:cNvSpPr/>
          <p:nvPr/>
        </p:nvSpPr>
        <p:spPr>
          <a:xfrm>
            <a:off x="3881438" y="2571750"/>
            <a:ext cx="1428750" cy="1428750"/>
          </a:xfrm>
          <a:prstGeom prst="rect">
            <a:avLst/>
          </a:prstGeom>
          <a:noFill/>
          <a:ln/>
        </p:spPr>
        <p:txBody>
          <a:bodyPr wrap="square" lIns="0" tIns="0" rIns="0" bIns="0" rtlCol="0" anchor="ctr"/>
          <a:lstStyle/>
          <a:p>
            <a:pPr algn="ctr" indent="0" marL="0">
              <a:lnSpc>
                <a:spcPts val="3142"/>
              </a:lnSpc>
              <a:buNone/>
            </a:pPr>
            <a:r>
              <a:rPr lang="en-US" sz="2992" spc="-30" kern="0" dirty="0">
                <a:solidFill>
                  <a:srgbClr val="1E125E">
                    <a:alpha val="99000"/>
                  </a:srgbClr>
                </a:solidFill>
                <a:latin typeface="Inter" pitchFamily="34" charset="0"/>
                <a:ea typeface="Inter" pitchFamily="34" charset="-122"/>
                <a:cs typeface="Inter" pitchFamily="34" charset="-120"/>
              </a:rPr>
              <a:t>Aa</a:t>
            </a:r>
            <a:endParaRPr lang="en-US" sz="2992" dirty="0"/>
          </a:p>
        </p:txBody>
      </p:sp>
      <p:pic>
        <p:nvPicPr>
          <p:cNvPr id="13" name="Image 0" descr="preencoded.png">    </p:cNvPr>
          <p:cNvPicPr>
            <a:picLocks noChangeAspect="1"/>
          </p:cNvPicPr>
          <p:nvPr/>
        </p:nvPicPr>
        <p:blipFill>
          <a:blip r:embed="rId1"/>
          <a:srcRect l="0" r="0" t="0" b="0"/>
          <a:stretch/>
        </p:blipFill>
        <p:spPr>
          <a:xfrm>
            <a:off x="571500" y="285750"/>
            <a:ext cx="8001000" cy="4572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C1E85"/>
        </a:solidFill>
      </p:bgPr>
    </p:bg>
    <p:spTree>
      <p:nvGrpSpPr>
        <p:cNvPr id="1" name=""/>
        <p:cNvGrpSpPr/>
        <p:nvPr/>
      </p:nvGrpSpPr>
      <p:grpSpPr>
        <a:xfrm>
          <a:off x="0" y="0"/>
          <a:ext cx="0" cy="0"/>
          <a:chOff x="0" y="0"/>
          <a:chExt cx="0" cy="0"/>
        </a:xfrm>
      </p:grpSpPr>
      <p:sp>
        <p:nvSpPr>
          <p:cNvPr id="2" name="Text 0"/>
          <p:cNvSpPr/>
          <p:nvPr/>
        </p:nvSpPr>
        <p:spPr>
          <a:xfrm>
            <a:off x="571500" y="3609975"/>
            <a:ext cx="6081713" cy="857250"/>
          </a:xfrm>
          <a:prstGeom prst="rect">
            <a:avLst/>
          </a:prstGeom>
          <a:noFill/>
          <a:ln/>
        </p:spPr>
        <p:txBody>
          <a:bodyPr wrap="square" lIns="0" tIns="0" rIns="0" bIns="0" rtlCol="0" anchor="ctr"/>
          <a:lstStyle/>
          <a:p>
            <a:pPr algn="l" indent="0" marL="0">
              <a:lnSpc>
                <a:spcPts val="6413"/>
              </a:lnSpc>
              <a:buNone/>
            </a:pPr>
            <a:r>
              <a:rPr lang="en-US" sz="6413" spc="-64" kern="0" dirty="0">
                <a:solidFill>
                  <a:srgbClr val="FFF2F5">
                    <a:alpha val="99000"/>
                  </a:srgbClr>
                </a:solidFill>
                <a:latin typeface="Archivo Variable" pitchFamily="34" charset="0"/>
                <a:ea typeface="Archivo Variable" pitchFamily="34" charset="-122"/>
                <a:cs typeface="Archivo Variable" pitchFamily="34" charset="-120"/>
              </a:rPr>
              <a:t>Product Visuals</a:t>
            </a:r>
            <a:endParaRPr lang="en-US" sz="6413" dirty="0"/>
          </a:p>
        </p:txBody>
      </p:sp>
      <p:sp>
        <p:nvSpPr>
          <p:cNvPr id="3" name="Text 1"/>
          <p:cNvSpPr/>
          <p:nvPr/>
        </p:nvSpPr>
        <p:spPr>
          <a:xfrm>
            <a:off x="4062412" y="3609975"/>
            <a:ext cx="4510088" cy="857250"/>
          </a:xfrm>
          <a:prstGeom prst="rect">
            <a:avLst/>
          </a:prstGeom>
          <a:noFill/>
          <a:ln/>
        </p:spPr>
        <p:txBody>
          <a:bodyPr wrap="square" lIns="0" tIns="0" rIns="0" bIns="0" rtlCol="0" anchor="ctr"/>
          <a:lstStyle/>
          <a:p>
            <a:pPr algn="r" indent="0" marL="0">
              <a:lnSpc>
                <a:spcPts val="6413"/>
              </a:lnSpc>
              <a:buNone/>
            </a:pPr>
            <a:r>
              <a:rPr lang="en-US" sz="6413" spc="-64" kern="0" dirty="0">
                <a:solidFill>
                  <a:srgbClr val="FFF2F5">
                    <a:alpha val="99000"/>
                  </a:srgbClr>
                </a:solidFill>
                <a:latin typeface="Archivo Variable" pitchFamily="34" charset="0"/>
                <a:ea typeface="Archivo Variable" pitchFamily="34" charset="-122"/>
                <a:cs typeface="Archivo Variable" pitchFamily="34" charset="-120"/>
              </a:rPr>
              <a:t>04</a:t>
            </a:r>
            <a:endParaRPr lang="en-US" sz="6413" dirty="0"/>
          </a:p>
        </p:txBody>
      </p:sp>
      <p:pic>
        <p:nvPicPr>
          <p:cNvPr id="4" name="Image 0" descr="preencoded.png">    </p:cNvPr>
          <p:cNvPicPr>
            <a:picLocks noChangeAspect="1"/>
          </p:cNvPicPr>
          <p:nvPr/>
        </p:nvPicPr>
        <p:blipFill>
          <a:blip r:embed="rId1"/>
          <a:srcRect l="0" r="0" t="0" b="0"/>
          <a:stretch/>
        </p:blipFill>
        <p:spPr>
          <a:xfrm>
            <a:off x="571500" y="285750"/>
            <a:ext cx="8001000" cy="4572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2F5"/>
        </a:solidFill>
      </p:bgPr>
    </p:bg>
    <p:spTree>
      <p:nvGrpSpPr>
        <p:cNvPr id="1" name=""/>
        <p:cNvGrpSpPr/>
        <p:nvPr/>
      </p:nvGrpSpPr>
      <p:grpSpPr>
        <a:xfrm>
          <a:off x="0" y="0"/>
          <a:ext cx="0" cy="0"/>
          <a:chOff x="0" y="0"/>
          <a:chExt cx="0" cy="0"/>
        </a:xfrm>
      </p:grpSpPr>
      <p:sp>
        <p:nvSpPr>
          <p:cNvPr id="2" name="Shape 0"/>
          <p:cNvSpPr/>
          <p:nvPr/>
        </p:nvSpPr>
        <p:spPr>
          <a:xfrm>
            <a:off x="4572000" y="0"/>
            <a:ext cx="4572000" cy="5143500"/>
          </a:xfrm>
          <a:prstGeom prst="rect">
            <a:avLst/>
          </a:prstGeom>
          <a:solidFill>
            <a:srgbClr val="1C1E85"/>
          </a:solidFill>
          <a:ln/>
        </p:spPr>
      </p:sp>
      <p:sp>
        <p:nvSpPr>
          <p:cNvPr id="3" name="Text 1"/>
          <p:cNvSpPr/>
          <p:nvPr/>
        </p:nvSpPr>
        <p:spPr>
          <a:xfrm>
            <a:off x="619125" y="1000125"/>
            <a:ext cx="2781300" cy="1652588"/>
          </a:xfrm>
          <a:prstGeom prst="rect">
            <a:avLst/>
          </a:prstGeom>
          <a:noFill/>
          <a:ln/>
        </p:spPr>
        <p:txBody>
          <a:bodyPr wrap="square" lIns="0" tIns="0" rIns="0" bIns="0" rtlCol="0" anchor="ctr"/>
          <a:lstStyle/>
          <a:p>
            <a:pPr algn="l" indent="0" marL="0">
              <a:lnSpc>
                <a:spcPts val="1425"/>
              </a:lnSpc>
              <a:buNone/>
            </a:pPr>
            <a:r>
              <a:rPr lang="en-US" sz="1140" spc="-11" kern="0" dirty="0">
                <a:solidFill>
                  <a:srgbClr val="1E125E">
                    <a:alpha val="99000"/>
                  </a:srgbClr>
                </a:solidFill>
                <a:latin typeface="Inter" pitchFamily="34" charset="0"/>
                <a:ea typeface="Inter" pitchFamily="34" charset="-122"/>
                <a:cs typeface="Inter" pitchFamily="34" charset="-120"/>
              </a:rPr>
              <a:t>Leveraging custom illustrations and diagrams throughout the brand identity to break down complex systems, into easy to understand formats.</a:t>
            </a:r>
            <a:endParaRPr lang="en-US" sz="1140" dirty="0"/>
          </a:p>
          <a:p>
            <a:pPr algn="l" indent="0" marL="0">
              <a:lnSpc>
                <a:spcPts val="1425"/>
              </a:lnSpc>
              <a:buNone/>
            </a:pPr>
            <a:r>
              <a:rPr lang="en-US" sz="1140" spc="-11" kern="0" dirty="0">
                <a:solidFill>
                  <a:srgbClr val="1E125E">
                    <a:alpha val="99000"/>
                  </a:srgbClr>
                </a:solidFill>
                <a:latin typeface="Inter" pitchFamily="34" charset="0"/>
                <a:ea typeface="Inter" pitchFamily="34" charset="-122"/>
                <a:cs typeface="Inter" pitchFamily="34" charset="-120"/>
              </a:rPr>
              <a:t>Here are some examples of the illustration style that JotPsych uses to visualize different systems and solutions.</a:t>
            </a:r>
            <a:endParaRPr lang="en-US" sz="1140" dirty="0"/>
          </a:p>
        </p:txBody>
      </p:sp>
      <p:pic>
        <p:nvPicPr>
          <p:cNvPr id="4" name="Image 0" descr="preencoded.png">    </p:cNvPr>
          <p:cNvPicPr>
            <a:picLocks noChangeAspect="1"/>
          </p:cNvPicPr>
          <p:nvPr/>
        </p:nvPicPr>
        <p:blipFill>
          <a:blip r:embed="rId1"/>
          <a:srcRect l="0" r="0" t="0" b="0"/>
          <a:stretch/>
        </p:blipFill>
        <p:spPr>
          <a:xfrm>
            <a:off x="571500" y="290513"/>
            <a:ext cx="8001000" cy="457200"/>
          </a:xfrm>
          <a:prstGeom prst="rect">
            <a:avLst/>
          </a:prstGeom>
        </p:spPr>
      </p:pic>
      <p:sp>
        <p:nvSpPr>
          <p:cNvPr id="5" name="Shape 2"/>
          <p:cNvSpPr/>
          <p:nvPr/>
        </p:nvSpPr>
        <p:spPr>
          <a:xfrm rot="10800000">
            <a:off x="5400675" y="1081088"/>
            <a:ext cx="2914650" cy="3186113"/>
          </a:xfrm>
          <a:prstGeom prst="roundRect">
            <a:avLst/>
          </a:prstGeom>
          <a:solidFill>
            <a:srgbClr val="FFEAF1"/>
          </a:solidFill>
          <a:ln/>
        </p:spPr>
      </p:sp>
      <p:sp>
        <p:nvSpPr>
          <p:cNvPr id="6" name="Shape 3"/>
          <p:cNvSpPr/>
          <p:nvPr/>
        </p:nvSpPr>
        <p:spPr>
          <a:xfrm rot="0">
            <a:off x="5695950" y="1524000"/>
            <a:ext cx="1485900" cy="1705847"/>
          </a:xfrm>
          <a:prstGeom prst="roundRect">
            <a:avLst>
              <a:gd name="adj" fmla="val 12267"/>
            </a:avLst>
          </a:prstGeom>
          <a:solidFill>
            <a:srgbClr val="9B5CFE">
              <a:alpha val="10000"/>
            </a:srgbClr>
          </a:solidFill>
          <a:ln w="7006">
            <a:solidFill>
              <a:srgbClr val="9B5CFE">
                <a:alpha val="10000"/>
              </a:srgbClr>
            </a:solidFill>
            <a:prstDash val="solid"/>
          </a:ln>
        </p:spPr>
      </p:sp>
      <p:sp>
        <p:nvSpPr>
          <p:cNvPr id="7" name="Shape 4"/>
          <p:cNvSpPr/>
          <p:nvPr/>
        </p:nvSpPr>
        <p:spPr>
          <a:xfrm rot="0">
            <a:off x="5772150" y="1600200"/>
            <a:ext cx="1333500" cy="324568"/>
          </a:xfrm>
          <a:prstGeom prst="roundRect">
            <a:avLst>
              <a:gd name="adj" fmla="val 67615"/>
            </a:avLst>
          </a:prstGeom>
          <a:noFill/>
          <a:ln/>
        </p:spPr>
      </p:sp>
      <p:sp>
        <p:nvSpPr>
          <p:cNvPr id="8" name="Shape 5"/>
          <p:cNvSpPr/>
          <p:nvPr/>
        </p:nvSpPr>
        <p:spPr>
          <a:xfrm rot="0">
            <a:off x="5772150" y="1600200"/>
            <a:ext cx="1333500" cy="324568"/>
          </a:xfrm>
          <a:prstGeom prst="rect">
            <a:avLst/>
          </a:prstGeom>
          <a:noFill/>
          <a:ln/>
        </p:spPr>
      </p:sp>
      <p:sp>
        <p:nvSpPr>
          <p:cNvPr id="9" name="Shape 6"/>
          <p:cNvSpPr/>
          <p:nvPr/>
        </p:nvSpPr>
        <p:spPr>
          <a:xfrm rot="0">
            <a:off x="5772150" y="1600200"/>
            <a:ext cx="245837" cy="245837"/>
          </a:xfrm>
          <a:prstGeom prst="ellipse">
            <a:avLst/>
          </a:prstGeom>
          <a:solidFill>
            <a:srgbClr val="FFFFFF"/>
          </a:solidFill>
          <a:ln/>
        </p:spPr>
      </p:sp>
      <p:pic>
        <p:nvPicPr>
          <p:cNvPr id="10" name="Image 1" descr="preencoded.png">    </p:cNvPr>
          <p:cNvPicPr>
            <a:picLocks noChangeAspect="1"/>
          </p:cNvPicPr>
          <p:nvPr/>
        </p:nvPicPr>
        <p:blipFill>
          <a:blip r:embed="rId2"/>
          <a:srcRect l="0" r="0" t="0" b="0"/>
          <a:stretch/>
        </p:blipFill>
        <p:spPr>
          <a:xfrm>
            <a:off x="5824647" y="1652697"/>
            <a:ext cx="143405" cy="143405"/>
          </a:xfrm>
          <a:prstGeom prst="rect">
            <a:avLst/>
          </a:prstGeom>
        </p:spPr>
      </p:pic>
      <p:sp>
        <p:nvSpPr>
          <p:cNvPr id="11" name="Shape 7"/>
          <p:cNvSpPr/>
          <p:nvPr/>
        </p:nvSpPr>
        <p:spPr>
          <a:xfrm rot="0">
            <a:off x="6069203" y="1600200"/>
            <a:ext cx="1036447" cy="324568"/>
          </a:xfrm>
          <a:prstGeom prst="rect">
            <a:avLst/>
          </a:prstGeom>
          <a:noFill/>
          <a:ln/>
        </p:spPr>
      </p:sp>
      <p:sp>
        <p:nvSpPr>
          <p:cNvPr id="12" name="Text 8"/>
          <p:cNvSpPr/>
          <p:nvPr/>
        </p:nvSpPr>
        <p:spPr>
          <a:xfrm rot="0">
            <a:off x="6069203" y="1600200"/>
            <a:ext cx="1000125" cy="123825"/>
          </a:xfrm>
          <a:prstGeom prst="rect">
            <a:avLst/>
          </a:prstGeom>
          <a:noFill/>
          <a:ln/>
        </p:spPr>
        <p:txBody>
          <a:bodyPr wrap="square" lIns="0" tIns="0" rIns="0" bIns="0" rtlCol="0" anchor="ctr"/>
          <a:lstStyle/>
          <a:p>
            <a:pPr algn="l" indent="0" marL="0">
              <a:lnSpc>
                <a:spcPts val="919"/>
              </a:lnSpc>
              <a:buNone/>
            </a:pPr>
            <a:r>
              <a:rPr lang="en-US" sz="613" b="1" dirty="0">
                <a:solidFill>
                  <a:srgbClr val="1C1E85">
                    <a:alpha val="99000"/>
                  </a:srgbClr>
                </a:solidFill>
                <a:latin typeface="Inter" pitchFamily="34" charset="0"/>
                <a:ea typeface="Inter" pitchFamily="34" charset="-122"/>
                <a:cs typeface="Inter" pitchFamily="34" charset="-120"/>
              </a:rPr>
              <a:t>Audit-ready, billable note</a:t>
            </a:r>
            <a:endParaRPr lang="en-US" sz="613" dirty="0"/>
          </a:p>
        </p:txBody>
      </p:sp>
      <p:sp>
        <p:nvSpPr>
          <p:cNvPr id="13" name="Text 9"/>
          <p:cNvSpPr/>
          <p:nvPr/>
        </p:nvSpPr>
        <p:spPr>
          <a:xfrm rot="0">
            <a:off x="6069203" y="1734269"/>
            <a:ext cx="1036447" cy="190500"/>
          </a:xfrm>
          <a:prstGeom prst="rect">
            <a:avLst/>
          </a:prstGeom>
          <a:noFill/>
          <a:ln/>
        </p:spPr>
        <p:txBody>
          <a:bodyPr wrap="square" lIns="0" tIns="0" rIns="0" bIns="0" rtlCol="0" anchor="ctr"/>
          <a:lstStyle/>
          <a:p>
            <a:pPr algn="l" indent="0" marL="0">
              <a:lnSpc>
                <a:spcPts val="695"/>
              </a:lnSpc>
              <a:buNone/>
            </a:pPr>
            <a:r>
              <a:rPr lang="en-US" sz="463" dirty="0">
                <a:solidFill>
                  <a:srgbClr val="1E125E">
                    <a:alpha val="99000"/>
                  </a:srgbClr>
                </a:solidFill>
                <a:latin typeface="Inter" pitchFamily="34" charset="0"/>
                <a:ea typeface="Inter" pitchFamily="34" charset="-122"/>
                <a:cs typeface="Inter" pitchFamily="34" charset="-120"/>
              </a:rPr>
              <a:t>Codes applied. Document defensible and ready to bill.</a:t>
            </a:r>
            <a:endParaRPr lang="en-US" sz="463" dirty="0"/>
          </a:p>
        </p:txBody>
      </p:sp>
      <p:sp>
        <p:nvSpPr>
          <p:cNvPr id="14" name="Shape 10"/>
          <p:cNvSpPr/>
          <p:nvPr/>
        </p:nvSpPr>
        <p:spPr>
          <a:xfrm rot="0">
            <a:off x="5772150" y="1995969"/>
            <a:ext cx="1333500" cy="1157679"/>
          </a:xfrm>
          <a:prstGeom prst="roundRect">
            <a:avLst>
              <a:gd name="adj" fmla="val 11808"/>
            </a:avLst>
          </a:prstGeom>
          <a:solidFill>
            <a:srgbClr val="FFFFFF"/>
          </a:solidFill>
          <a:ln/>
        </p:spPr>
      </p:sp>
      <p:sp>
        <p:nvSpPr>
          <p:cNvPr id="15" name="Shape 11"/>
          <p:cNvSpPr/>
          <p:nvPr/>
        </p:nvSpPr>
        <p:spPr>
          <a:xfrm rot="0">
            <a:off x="5848350" y="2072169"/>
            <a:ext cx="1128713" cy="197495"/>
          </a:xfrm>
          <a:prstGeom prst="rect">
            <a:avLst/>
          </a:prstGeom>
          <a:noFill/>
          <a:ln/>
        </p:spPr>
      </p:sp>
      <p:sp>
        <p:nvSpPr>
          <p:cNvPr id="16" name="Shape 12"/>
          <p:cNvSpPr/>
          <p:nvPr/>
        </p:nvSpPr>
        <p:spPr>
          <a:xfrm rot="0">
            <a:off x="5848350" y="2072169"/>
            <a:ext cx="1128713" cy="197495"/>
          </a:xfrm>
          <a:prstGeom prst="rect">
            <a:avLst/>
          </a:prstGeom>
          <a:noFill/>
          <a:ln/>
        </p:spPr>
      </p:sp>
      <p:sp>
        <p:nvSpPr>
          <p:cNvPr id="17" name="Text 13"/>
          <p:cNvSpPr/>
          <p:nvPr/>
        </p:nvSpPr>
        <p:spPr>
          <a:xfrm rot="0">
            <a:off x="5848350" y="2072169"/>
            <a:ext cx="433388" cy="100013"/>
          </a:xfrm>
          <a:prstGeom prst="rect">
            <a:avLst/>
          </a:prstGeom>
          <a:noFill/>
          <a:ln/>
        </p:spPr>
        <p:txBody>
          <a:bodyPr wrap="square" lIns="0" tIns="0" rIns="0" bIns="0" rtlCol="0" anchor="ctr"/>
          <a:lstStyle/>
          <a:p>
            <a:pPr algn="l" indent="0" marL="0">
              <a:lnSpc>
                <a:spcPts val="748"/>
              </a:lnSpc>
              <a:buNone/>
            </a:pPr>
            <a:r>
              <a:rPr lang="en-US" sz="499" b="1" dirty="0">
                <a:solidFill>
                  <a:srgbClr val="1C1E85">
                    <a:alpha val="99000"/>
                  </a:srgbClr>
                </a:solidFill>
                <a:latin typeface="Inter" pitchFamily="34" charset="0"/>
                <a:ea typeface="Inter" pitchFamily="34" charset="-122"/>
                <a:cs typeface="Inter" pitchFamily="34" charset="-120"/>
              </a:rPr>
              <a:t>Patient Name</a:t>
            </a:r>
            <a:endParaRPr lang="en-US" sz="499" dirty="0"/>
          </a:p>
        </p:txBody>
      </p:sp>
      <p:sp>
        <p:nvSpPr>
          <p:cNvPr id="18" name="Text 14"/>
          <p:cNvSpPr/>
          <p:nvPr/>
        </p:nvSpPr>
        <p:spPr>
          <a:xfrm rot="0">
            <a:off x="5848350" y="2183939"/>
            <a:ext cx="1128713" cy="85725"/>
          </a:xfrm>
          <a:prstGeom prst="rect">
            <a:avLst/>
          </a:prstGeom>
          <a:noFill/>
          <a:ln/>
        </p:spPr>
        <p:txBody>
          <a:bodyPr wrap="square" lIns="0" tIns="0" rIns="0" bIns="0" rtlCol="0" anchor="ctr"/>
          <a:lstStyle/>
          <a:p>
            <a:pPr algn="l" indent="0" marL="0">
              <a:lnSpc>
                <a:spcPts val="641"/>
              </a:lnSpc>
              <a:buNone/>
            </a:pPr>
            <a:r>
              <a:rPr lang="en-US" sz="427" dirty="0">
                <a:solidFill>
                  <a:srgbClr val="7A7A90">
                    <a:alpha val="99000"/>
                  </a:srgbClr>
                </a:solidFill>
                <a:latin typeface="Inter" pitchFamily="34" charset="0"/>
                <a:ea typeface="Inter" pitchFamily="34" charset="-122"/>
                <a:cs typeface="Inter" pitchFamily="34" charset="-120"/>
              </a:rPr>
              <a:t>Jan 14, 2026 • 8:56 am – 9:26 am, 30 min</a:t>
            </a:r>
            <a:endParaRPr lang="en-US" sz="427" dirty="0"/>
          </a:p>
        </p:txBody>
      </p:sp>
      <p:sp>
        <p:nvSpPr>
          <p:cNvPr id="19" name="Shape 15"/>
          <p:cNvSpPr/>
          <p:nvPr/>
        </p:nvSpPr>
        <p:spPr>
          <a:xfrm rot="0">
            <a:off x="5848350" y="2336339"/>
            <a:ext cx="1181100" cy="0"/>
          </a:xfrm>
          <a:prstGeom prst="line">
            <a:avLst/>
          </a:prstGeom>
          <a:noFill/>
          <a:ln w="2628">
            <a:solidFill>
              <a:srgbClr val="D4D2DE"/>
            </a:solidFill>
            <a:prstDash val="solid"/>
          </a:ln>
        </p:spPr>
      </p:sp>
      <p:sp>
        <p:nvSpPr>
          <p:cNvPr id="20" name="Shape 16"/>
          <p:cNvSpPr/>
          <p:nvPr/>
        </p:nvSpPr>
        <p:spPr>
          <a:xfrm rot="0">
            <a:off x="5848350" y="2403014"/>
            <a:ext cx="1181100" cy="100013"/>
          </a:xfrm>
          <a:prstGeom prst="rect">
            <a:avLst/>
          </a:prstGeom>
          <a:noFill/>
          <a:ln/>
        </p:spPr>
      </p:sp>
      <p:sp>
        <p:nvSpPr>
          <p:cNvPr id="21" name="Text 17"/>
          <p:cNvSpPr/>
          <p:nvPr/>
        </p:nvSpPr>
        <p:spPr>
          <a:xfrm rot="0">
            <a:off x="5848350" y="2403014"/>
            <a:ext cx="614363" cy="100013"/>
          </a:xfrm>
          <a:prstGeom prst="rect">
            <a:avLst/>
          </a:prstGeom>
          <a:noFill/>
          <a:ln/>
        </p:spPr>
        <p:txBody>
          <a:bodyPr wrap="square" lIns="0" tIns="0" rIns="0" bIns="0" rtlCol="0" anchor="ctr"/>
          <a:lstStyle/>
          <a:p>
            <a:pPr algn="l" indent="0" marL="0">
              <a:lnSpc>
                <a:spcPts val="748"/>
              </a:lnSpc>
              <a:buNone/>
            </a:pPr>
            <a:r>
              <a:rPr lang="en-US" sz="499" dirty="0">
                <a:solidFill>
                  <a:srgbClr val="1E125E">
                    <a:alpha val="99000"/>
                  </a:srgbClr>
                </a:solidFill>
                <a:latin typeface="Inter" pitchFamily="34" charset="0"/>
                <a:ea typeface="Inter" pitchFamily="34" charset="-122"/>
                <a:cs typeface="Inter" pitchFamily="34" charset="-120"/>
              </a:rPr>
              <a:t>No actions needed.</a:t>
            </a:r>
            <a:endParaRPr lang="en-US" sz="499" dirty="0"/>
          </a:p>
        </p:txBody>
      </p:sp>
      <p:sp>
        <p:nvSpPr>
          <p:cNvPr id="22" name="Shape 18"/>
          <p:cNvSpPr/>
          <p:nvPr/>
        </p:nvSpPr>
        <p:spPr>
          <a:xfrm rot="0">
            <a:off x="5848350" y="2569701"/>
            <a:ext cx="1181100" cy="507746"/>
          </a:xfrm>
          <a:prstGeom prst="roundRect">
            <a:avLst>
              <a:gd name="adj" fmla="val 26924"/>
            </a:avLst>
          </a:prstGeom>
          <a:solidFill>
            <a:srgbClr val="9B5CFE">
              <a:alpha val="10000"/>
            </a:srgbClr>
          </a:solidFill>
          <a:ln/>
        </p:spPr>
      </p:sp>
      <p:sp>
        <p:nvSpPr>
          <p:cNvPr id="23" name="Shape 19"/>
          <p:cNvSpPr/>
          <p:nvPr/>
        </p:nvSpPr>
        <p:spPr>
          <a:xfrm rot="0">
            <a:off x="5915025" y="2636376"/>
            <a:ext cx="1047750" cy="100013"/>
          </a:xfrm>
          <a:prstGeom prst="rect">
            <a:avLst/>
          </a:prstGeom>
          <a:noFill/>
          <a:ln/>
        </p:spPr>
      </p:sp>
      <p:sp>
        <p:nvSpPr>
          <p:cNvPr id="24" name="Shape 20"/>
          <p:cNvSpPr/>
          <p:nvPr/>
        </p:nvSpPr>
        <p:spPr>
          <a:xfrm rot="0">
            <a:off x="5915025" y="2636376"/>
            <a:ext cx="947737" cy="100013"/>
          </a:xfrm>
          <a:prstGeom prst="rect">
            <a:avLst/>
          </a:prstGeom>
          <a:noFill/>
          <a:ln/>
        </p:spPr>
      </p:sp>
      <p:sp>
        <p:nvSpPr>
          <p:cNvPr id="25" name="Text 21"/>
          <p:cNvSpPr/>
          <p:nvPr/>
        </p:nvSpPr>
        <p:spPr>
          <a:xfrm rot="0">
            <a:off x="5915025" y="2636376"/>
            <a:ext cx="947737" cy="100013"/>
          </a:xfrm>
          <a:prstGeom prst="rect">
            <a:avLst/>
          </a:prstGeom>
          <a:noFill/>
          <a:ln/>
        </p:spPr>
        <p:txBody>
          <a:bodyPr wrap="square" lIns="0" tIns="0" rIns="0" bIns="0" rtlCol="0" anchor="ctr"/>
          <a:lstStyle/>
          <a:p>
            <a:pPr algn="l" indent="0" marL="0">
              <a:lnSpc>
                <a:spcPts val="748"/>
              </a:lnSpc>
              <a:buNone/>
            </a:pPr>
            <a:r>
              <a:rPr lang="en-US" sz="499" b="1" dirty="0">
                <a:solidFill>
                  <a:srgbClr val="1E125E">
                    <a:alpha val="99000"/>
                  </a:srgbClr>
                </a:solidFill>
                <a:latin typeface="Inter" pitchFamily="34" charset="0"/>
                <a:ea typeface="Inter" pitchFamily="34" charset="-122"/>
                <a:cs typeface="Inter" pitchFamily="34" charset="-120"/>
              </a:rPr>
              <a:t>CPT Code Recommendations</a:t>
            </a:r>
            <a:endParaRPr lang="en-US" sz="499" dirty="0"/>
          </a:p>
        </p:txBody>
      </p:sp>
      <p:sp>
        <p:nvSpPr>
          <p:cNvPr id="26" name="Shape 22"/>
          <p:cNvSpPr/>
          <p:nvPr/>
        </p:nvSpPr>
        <p:spPr>
          <a:xfrm rot="0">
            <a:off x="5915025" y="2783856"/>
            <a:ext cx="1047750" cy="226917"/>
          </a:xfrm>
          <a:prstGeom prst="roundRect">
            <a:avLst>
              <a:gd name="adj" fmla="val 56172"/>
            </a:avLst>
          </a:prstGeom>
          <a:noFill/>
          <a:ln/>
        </p:spPr>
      </p:sp>
      <p:sp>
        <p:nvSpPr>
          <p:cNvPr id="27" name="Shape 23"/>
          <p:cNvSpPr/>
          <p:nvPr/>
        </p:nvSpPr>
        <p:spPr>
          <a:xfrm rot="0">
            <a:off x="5915025" y="2783856"/>
            <a:ext cx="1047750" cy="226917"/>
          </a:xfrm>
          <a:prstGeom prst="rect">
            <a:avLst/>
          </a:prstGeom>
          <a:noFill/>
          <a:ln/>
        </p:spPr>
      </p:sp>
      <p:sp>
        <p:nvSpPr>
          <p:cNvPr id="28" name="Shape 24"/>
          <p:cNvSpPr/>
          <p:nvPr/>
        </p:nvSpPr>
        <p:spPr>
          <a:xfrm rot="0">
            <a:off x="5915025" y="2783856"/>
            <a:ext cx="1047750" cy="103092"/>
          </a:xfrm>
          <a:prstGeom prst="rect">
            <a:avLst/>
          </a:prstGeom>
          <a:noFill/>
          <a:ln/>
        </p:spPr>
      </p:sp>
      <p:sp>
        <p:nvSpPr>
          <p:cNvPr id="29" name="Shape 25"/>
          <p:cNvSpPr/>
          <p:nvPr/>
        </p:nvSpPr>
        <p:spPr>
          <a:xfrm rot="0">
            <a:off x="5915025" y="2783856"/>
            <a:ext cx="408231" cy="103092"/>
          </a:xfrm>
          <a:prstGeom prst="roundRect">
            <a:avLst>
              <a:gd name="adj" fmla="val 51517"/>
            </a:avLst>
          </a:prstGeom>
          <a:solidFill>
            <a:srgbClr val="FFFFFF"/>
          </a:solidFill>
          <a:ln/>
        </p:spPr>
      </p:sp>
      <p:sp>
        <p:nvSpPr>
          <p:cNvPr id="30" name="Text 26"/>
          <p:cNvSpPr/>
          <p:nvPr/>
        </p:nvSpPr>
        <p:spPr>
          <a:xfrm rot="0">
            <a:off x="5942686" y="2794920"/>
            <a:ext cx="280988" cy="80963"/>
          </a:xfrm>
          <a:prstGeom prst="rect">
            <a:avLst/>
          </a:prstGeom>
          <a:noFill/>
          <a:ln/>
        </p:spPr>
        <p:txBody>
          <a:bodyPr wrap="square" lIns="0" tIns="0" rIns="0" bIns="0" rtlCol="0" anchor="ctr"/>
          <a:lstStyle/>
          <a:p>
            <a:pPr algn="l" indent="0" marL="0">
              <a:lnSpc>
                <a:spcPts val="588"/>
              </a:lnSpc>
              <a:buNone/>
            </a:pPr>
            <a:r>
              <a:rPr lang="en-US" sz="392" b="1" dirty="0">
                <a:solidFill>
                  <a:srgbClr val="813FE8">
                    <a:alpha val="99000"/>
                  </a:srgbClr>
                </a:solidFill>
                <a:latin typeface="Inter" pitchFamily="34" charset="0"/>
                <a:ea typeface="Inter" pitchFamily="34" charset="-122"/>
                <a:cs typeface="Inter" pitchFamily="34" charset="-120"/>
              </a:rPr>
              <a:t>CPT 90791 </a:t>
            </a:r>
            <a:endParaRPr lang="en-US" sz="392" dirty="0"/>
          </a:p>
        </p:txBody>
      </p:sp>
      <p:pic>
        <p:nvPicPr>
          <p:cNvPr id="31" name="Image 2" descr="preencoded.png">    </p:cNvPr>
          <p:cNvPicPr>
            <a:picLocks noChangeAspect="1"/>
          </p:cNvPicPr>
          <p:nvPr/>
        </p:nvPicPr>
        <p:blipFill>
          <a:blip r:embed="rId3"/>
          <a:srcRect l="0" r="0" t="0" b="0"/>
          <a:stretch/>
        </p:blipFill>
        <p:spPr>
          <a:xfrm>
            <a:off x="6245804" y="2810505"/>
            <a:ext cx="49791" cy="49791"/>
          </a:xfrm>
          <a:prstGeom prst="rect">
            <a:avLst/>
          </a:prstGeom>
        </p:spPr>
      </p:pic>
      <p:sp>
        <p:nvSpPr>
          <p:cNvPr id="32" name="Shape 27"/>
          <p:cNvSpPr/>
          <p:nvPr/>
        </p:nvSpPr>
        <p:spPr>
          <a:xfrm rot="0">
            <a:off x="6345386" y="2783856"/>
            <a:ext cx="355844" cy="103092"/>
          </a:xfrm>
          <a:prstGeom prst="roundRect">
            <a:avLst>
              <a:gd name="adj" fmla="val 51517"/>
            </a:avLst>
          </a:prstGeom>
          <a:solidFill>
            <a:srgbClr val="FFFFFF"/>
          </a:solidFill>
          <a:ln/>
        </p:spPr>
      </p:sp>
      <p:sp>
        <p:nvSpPr>
          <p:cNvPr id="33" name="Text 28"/>
          <p:cNvSpPr/>
          <p:nvPr/>
        </p:nvSpPr>
        <p:spPr>
          <a:xfrm rot="0">
            <a:off x="6373047" y="2794920"/>
            <a:ext cx="228600" cy="80963"/>
          </a:xfrm>
          <a:prstGeom prst="rect">
            <a:avLst/>
          </a:prstGeom>
          <a:noFill/>
          <a:ln/>
        </p:spPr>
        <p:txBody>
          <a:bodyPr wrap="square" lIns="0" tIns="0" rIns="0" bIns="0" rtlCol="0" anchor="ctr"/>
          <a:lstStyle/>
          <a:p>
            <a:pPr algn="l" indent="0" marL="0">
              <a:lnSpc>
                <a:spcPts val="588"/>
              </a:lnSpc>
              <a:buNone/>
            </a:pPr>
            <a:r>
              <a:rPr lang="en-US" sz="392" b="1" dirty="0">
                <a:solidFill>
                  <a:srgbClr val="813FE8">
                    <a:alpha val="99000"/>
                  </a:srgbClr>
                </a:solidFill>
                <a:latin typeface="Inter" pitchFamily="34" charset="0"/>
                <a:ea typeface="Inter" pitchFamily="34" charset="-122"/>
                <a:cs typeface="Inter" pitchFamily="34" charset="-120"/>
              </a:rPr>
              <a:t>ICD F41.1</a:t>
            </a:r>
            <a:endParaRPr lang="en-US" sz="392" dirty="0"/>
          </a:p>
        </p:txBody>
      </p:sp>
      <p:pic>
        <p:nvPicPr>
          <p:cNvPr id="34" name="Image 3" descr="preencoded.png">    </p:cNvPr>
          <p:cNvPicPr>
            <a:picLocks noChangeAspect="1"/>
          </p:cNvPicPr>
          <p:nvPr/>
        </p:nvPicPr>
        <p:blipFill>
          <a:blip r:embed="rId4"/>
          <a:srcRect l="0" r="0" t="0" b="0"/>
          <a:stretch/>
        </p:blipFill>
        <p:spPr>
          <a:xfrm>
            <a:off x="6623777" y="2810505"/>
            <a:ext cx="49791" cy="49791"/>
          </a:xfrm>
          <a:prstGeom prst="rect">
            <a:avLst/>
          </a:prstGeom>
        </p:spPr>
      </p:pic>
      <p:sp>
        <p:nvSpPr>
          <p:cNvPr id="35" name="Text 29"/>
          <p:cNvSpPr/>
          <p:nvPr/>
        </p:nvSpPr>
        <p:spPr>
          <a:xfrm rot="0">
            <a:off x="5915025" y="2925047"/>
            <a:ext cx="785813" cy="85725"/>
          </a:xfrm>
          <a:prstGeom prst="rect">
            <a:avLst/>
          </a:prstGeom>
          <a:noFill/>
          <a:ln/>
        </p:spPr>
        <p:txBody>
          <a:bodyPr wrap="square" lIns="0" tIns="0" rIns="0" bIns="0" rtlCol="0" anchor="ctr"/>
          <a:lstStyle/>
          <a:p>
            <a:pPr algn="l" indent="0" marL="0">
              <a:lnSpc>
                <a:spcPts val="641"/>
              </a:lnSpc>
              <a:buNone/>
            </a:pPr>
            <a:r>
              <a:rPr lang="en-US" sz="427" dirty="0">
                <a:solidFill>
                  <a:srgbClr val="1E125E">
                    <a:alpha val="99000"/>
                  </a:srgbClr>
                </a:solidFill>
                <a:latin typeface="Inter" pitchFamily="34" charset="0"/>
                <a:ea typeface="Inter" pitchFamily="34" charset="-122"/>
                <a:cs typeface="Inter" pitchFamily="34" charset="-120"/>
              </a:rPr>
              <a:t>Generalised Anxiety Disorder</a:t>
            </a:r>
            <a:endParaRPr lang="en-US" sz="427" dirty="0"/>
          </a:p>
        </p:txBody>
      </p:sp>
      <p:sp>
        <p:nvSpPr>
          <p:cNvPr id="36" name="Shape 30"/>
          <p:cNvSpPr/>
          <p:nvPr/>
        </p:nvSpPr>
        <p:spPr>
          <a:xfrm>
            <a:off x="6534150" y="2035127"/>
            <a:ext cx="1485900" cy="1785938"/>
          </a:xfrm>
          <a:prstGeom prst="roundRect">
            <a:avLst>
              <a:gd name="adj" fmla="val 12267"/>
            </a:avLst>
          </a:prstGeom>
          <a:solidFill>
            <a:srgbClr val="FFFFFF"/>
          </a:solidFill>
          <a:ln w="7006">
            <a:solidFill>
              <a:srgbClr val="9B5CFE">
                <a:alpha val="10000"/>
              </a:srgbClr>
            </a:solidFill>
            <a:prstDash val="solid"/>
          </a:ln>
        </p:spPr>
      </p:sp>
      <p:sp>
        <p:nvSpPr>
          <p:cNvPr id="37" name="Shape 31"/>
          <p:cNvSpPr/>
          <p:nvPr/>
        </p:nvSpPr>
        <p:spPr>
          <a:xfrm>
            <a:off x="6610350" y="2111327"/>
            <a:ext cx="1333500" cy="324568"/>
          </a:xfrm>
          <a:prstGeom prst="roundRect">
            <a:avLst>
              <a:gd name="adj" fmla="val 67615"/>
            </a:avLst>
          </a:prstGeom>
          <a:noFill/>
          <a:ln/>
        </p:spPr>
      </p:sp>
      <p:sp>
        <p:nvSpPr>
          <p:cNvPr id="38" name="Shape 32"/>
          <p:cNvSpPr/>
          <p:nvPr/>
        </p:nvSpPr>
        <p:spPr>
          <a:xfrm>
            <a:off x="6610350" y="2111327"/>
            <a:ext cx="1333500" cy="324568"/>
          </a:xfrm>
          <a:prstGeom prst="rect">
            <a:avLst/>
          </a:prstGeom>
          <a:noFill/>
          <a:ln/>
        </p:spPr>
      </p:sp>
      <p:sp>
        <p:nvSpPr>
          <p:cNvPr id="39" name="Shape 33"/>
          <p:cNvSpPr/>
          <p:nvPr/>
        </p:nvSpPr>
        <p:spPr>
          <a:xfrm>
            <a:off x="6610350" y="2111327"/>
            <a:ext cx="245837" cy="245837"/>
          </a:xfrm>
          <a:prstGeom prst="ellipse">
            <a:avLst/>
          </a:prstGeom>
          <a:solidFill>
            <a:srgbClr val="FFF3C4"/>
          </a:solidFill>
          <a:ln/>
        </p:spPr>
      </p:sp>
      <p:pic>
        <p:nvPicPr>
          <p:cNvPr id="40" name="Image 4" descr="preencoded.png">    </p:cNvPr>
          <p:cNvPicPr>
            <a:picLocks noChangeAspect="1"/>
          </p:cNvPicPr>
          <p:nvPr/>
        </p:nvPicPr>
        <p:blipFill>
          <a:blip r:embed="rId5"/>
          <a:srcRect l="0" r="0" t="0" b="0"/>
          <a:stretch/>
        </p:blipFill>
        <p:spPr>
          <a:xfrm>
            <a:off x="6662736" y="2163863"/>
            <a:ext cx="142875" cy="142875"/>
          </a:xfrm>
          <a:prstGeom prst="rect">
            <a:avLst/>
          </a:prstGeom>
        </p:spPr>
      </p:pic>
      <p:sp>
        <p:nvSpPr>
          <p:cNvPr id="41" name="Shape 34"/>
          <p:cNvSpPr/>
          <p:nvPr/>
        </p:nvSpPr>
        <p:spPr>
          <a:xfrm>
            <a:off x="6907403" y="2111327"/>
            <a:ext cx="1036447" cy="324568"/>
          </a:xfrm>
          <a:prstGeom prst="rect">
            <a:avLst/>
          </a:prstGeom>
          <a:noFill/>
          <a:ln/>
        </p:spPr>
      </p:sp>
      <p:sp>
        <p:nvSpPr>
          <p:cNvPr id="42" name="Text 35"/>
          <p:cNvSpPr/>
          <p:nvPr/>
        </p:nvSpPr>
        <p:spPr>
          <a:xfrm>
            <a:off x="6907403" y="2111327"/>
            <a:ext cx="823913" cy="123825"/>
          </a:xfrm>
          <a:prstGeom prst="rect">
            <a:avLst/>
          </a:prstGeom>
          <a:noFill/>
          <a:ln/>
        </p:spPr>
        <p:txBody>
          <a:bodyPr wrap="square" lIns="0" tIns="0" rIns="0" bIns="0" rtlCol="0" anchor="ctr"/>
          <a:lstStyle/>
          <a:p>
            <a:pPr algn="l" indent="0" marL="0">
              <a:lnSpc>
                <a:spcPts val="919"/>
              </a:lnSpc>
              <a:buNone/>
            </a:pPr>
            <a:r>
              <a:rPr lang="en-US" sz="613" b="1" dirty="0">
                <a:solidFill>
                  <a:srgbClr val="1C1E85">
                    <a:alpha val="99000"/>
                  </a:srgbClr>
                </a:solidFill>
                <a:latin typeface="Inter" pitchFamily="34" charset="0"/>
                <a:ea typeface="Inter" pitchFamily="34" charset="-122"/>
                <a:cs typeface="Inter" pitchFamily="34" charset="-120"/>
              </a:rPr>
              <a:t>Flagged risks in note</a:t>
            </a:r>
            <a:endParaRPr lang="en-US" sz="613" dirty="0"/>
          </a:p>
        </p:txBody>
      </p:sp>
      <p:sp>
        <p:nvSpPr>
          <p:cNvPr id="43" name="Text 36"/>
          <p:cNvSpPr/>
          <p:nvPr/>
        </p:nvSpPr>
        <p:spPr>
          <a:xfrm>
            <a:off x="6907403" y="2245396"/>
            <a:ext cx="1036447" cy="190500"/>
          </a:xfrm>
          <a:prstGeom prst="rect">
            <a:avLst/>
          </a:prstGeom>
          <a:noFill/>
          <a:ln/>
        </p:spPr>
        <p:txBody>
          <a:bodyPr wrap="square" lIns="0" tIns="0" rIns="0" bIns="0" rtlCol="0" anchor="ctr"/>
          <a:lstStyle/>
          <a:p>
            <a:pPr algn="l" indent="0" marL="0">
              <a:lnSpc>
                <a:spcPts val="695"/>
              </a:lnSpc>
              <a:buNone/>
            </a:pPr>
            <a:r>
              <a:rPr lang="en-US" sz="463" dirty="0">
                <a:solidFill>
                  <a:srgbClr val="1E125E">
                    <a:alpha val="99000"/>
                  </a:srgbClr>
                </a:solidFill>
                <a:latin typeface="Inter" pitchFamily="34" charset="0"/>
                <a:ea typeface="Inter" pitchFamily="34" charset="-122"/>
                <a:cs typeface="Inter" pitchFamily="34" charset="-120"/>
              </a:rPr>
              <a:t>You have some pending rules to fix before submitting this note.</a:t>
            </a:r>
            <a:endParaRPr lang="en-US" sz="463" dirty="0"/>
          </a:p>
        </p:txBody>
      </p:sp>
      <p:sp>
        <p:nvSpPr>
          <p:cNvPr id="44" name="Shape 37"/>
          <p:cNvSpPr/>
          <p:nvPr/>
        </p:nvSpPr>
        <p:spPr>
          <a:xfrm>
            <a:off x="6610350" y="2507096"/>
            <a:ext cx="1333500" cy="1567096"/>
          </a:xfrm>
          <a:prstGeom prst="roundRect">
            <a:avLst>
              <a:gd name="adj" fmla="val 10252"/>
            </a:avLst>
          </a:prstGeom>
          <a:solidFill>
            <a:srgbClr val="9B5CFE">
              <a:alpha val="10000"/>
            </a:srgbClr>
          </a:solidFill>
          <a:ln/>
        </p:spPr>
      </p:sp>
      <p:sp>
        <p:nvSpPr>
          <p:cNvPr id="45" name="Shape 38"/>
          <p:cNvSpPr/>
          <p:nvPr/>
        </p:nvSpPr>
        <p:spPr>
          <a:xfrm>
            <a:off x="6686550" y="2583296"/>
            <a:ext cx="1128713" cy="197495"/>
          </a:xfrm>
          <a:prstGeom prst="rect">
            <a:avLst/>
          </a:prstGeom>
          <a:noFill/>
          <a:ln/>
        </p:spPr>
      </p:sp>
      <p:sp>
        <p:nvSpPr>
          <p:cNvPr id="46" name="Shape 39"/>
          <p:cNvSpPr/>
          <p:nvPr/>
        </p:nvSpPr>
        <p:spPr>
          <a:xfrm>
            <a:off x="6686550" y="2583296"/>
            <a:ext cx="1128713" cy="197495"/>
          </a:xfrm>
          <a:prstGeom prst="rect">
            <a:avLst/>
          </a:prstGeom>
          <a:noFill/>
          <a:ln/>
        </p:spPr>
      </p:sp>
      <p:sp>
        <p:nvSpPr>
          <p:cNvPr id="47" name="Text 40"/>
          <p:cNvSpPr/>
          <p:nvPr/>
        </p:nvSpPr>
        <p:spPr>
          <a:xfrm>
            <a:off x="6686550" y="2583296"/>
            <a:ext cx="433388" cy="100013"/>
          </a:xfrm>
          <a:prstGeom prst="rect">
            <a:avLst/>
          </a:prstGeom>
          <a:noFill/>
          <a:ln/>
        </p:spPr>
        <p:txBody>
          <a:bodyPr wrap="square" lIns="0" tIns="0" rIns="0" bIns="0" rtlCol="0" anchor="ctr"/>
          <a:lstStyle/>
          <a:p>
            <a:pPr algn="l" indent="0" marL="0">
              <a:lnSpc>
                <a:spcPts val="748"/>
              </a:lnSpc>
              <a:buNone/>
            </a:pPr>
            <a:r>
              <a:rPr lang="en-US" sz="499" b="1" dirty="0">
                <a:solidFill>
                  <a:srgbClr val="1C1E85">
                    <a:alpha val="99000"/>
                  </a:srgbClr>
                </a:solidFill>
                <a:latin typeface="Inter" pitchFamily="34" charset="0"/>
                <a:ea typeface="Inter" pitchFamily="34" charset="-122"/>
                <a:cs typeface="Inter" pitchFamily="34" charset="-120"/>
              </a:rPr>
              <a:t>Patient Name</a:t>
            </a:r>
            <a:endParaRPr lang="en-US" sz="499" dirty="0"/>
          </a:p>
        </p:txBody>
      </p:sp>
      <p:sp>
        <p:nvSpPr>
          <p:cNvPr id="48" name="Text 41"/>
          <p:cNvSpPr/>
          <p:nvPr/>
        </p:nvSpPr>
        <p:spPr>
          <a:xfrm>
            <a:off x="6686550" y="2695066"/>
            <a:ext cx="1128713" cy="85725"/>
          </a:xfrm>
          <a:prstGeom prst="rect">
            <a:avLst/>
          </a:prstGeom>
          <a:noFill/>
          <a:ln/>
        </p:spPr>
        <p:txBody>
          <a:bodyPr wrap="square" lIns="0" tIns="0" rIns="0" bIns="0" rtlCol="0" anchor="ctr"/>
          <a:lstStyle/>
          <a:p>
            <a:pPr algn="l" indent="0" marL="0">
              <a:lnSpc>
                <a:spcPts val="641"/>
              </a:lnSpc>
              <a:buNone/>
            </a:pPr>
            <a:r>
              <a:rPr lang="en-US" sz="427" dirty="0">
                <a:solidFill>
                  <a:srgbClr val="7A7A90">
                    <a:alpha val="99000"/>
                  </a:srgbClr>
                </a:solidFill>
                <a:latin typeface="Inter" pitchFamily="34" charset="0"/>
                <a:ea typeface="Inter" pitchFamily="34" charset="-122"/>
                <a:cs typeface="Inter" pitchFamily="34" charset="-120"/>
              </a:rPr>
              <a:t>Jan 14, 2026 • 8:56 am – 9:26 am, 30 min</a:t>
            </a:r>
            <a:endParaRPr lang="en-US" sz="427" dirty="0"/>
          </a:p>
        </p:txBody>
      </p:sp>
      <p:sp>
        <p:nvSpPr>
          <p:cNvPr id="49" name="Shape 42"/>
          <p:cNvSpPr/>
          <p:nvPr/>
        </p:nvSpPr>
        <p:spPr>
          <a:xfrm>
            <a:off x="6686550" y="2847466"/>
            <a:ext cx="1181100" cy="0"/>
          </a:xfrm>
          <a:prstGeom prst="line">
            <a:avLst/>
          </a:prstGeom>
          <a:noFill/>
          <a:ln w="2628">
            <a:solidFill>
              <a:srgbClr val="D4D2DE"/>
            </a:solidFill>
            <a:prstDash val="solid"/>
          </a:ln>
        </p:spPr>
      </p:sp>
      <p:sp>
        <p:nvSpPr>
          <p:cNvPr id="50" name="Shape 43"/>
          <p:cNvSpPr/>
          <p:nvPr/>
        </p:nvSpPr>
        <p:spPr>
          <a:xfrm>
            <a:off x="6686550" y="2914141"/>
            <a:ext cx="1181100" cy="1083850"/>
          </a:xfrm>
          <a:prstGeom prst="roundRect">
            <a:avLst>
              <a:gd name="adj" fmla="val 12613"/>
            </a:avLst>
          </a:prstGeom>
          <a:noFill/>
          <a:ln/>
        </p:spPr>
      </p:sp>
      <p:sp>
        <p:nvSpPr>
          <p:cNvPr id="51" name="Shape 44"/>
          <p:cNvSpPr/>
          <p:nvPr/>
        </p:nvSpPr>
        <p:spPr>
          <a:xfrm>
            <a:off x="6686550" y="2914141"/>
            <a:ext cx="1181100" cy="85725"/>
          </a:xfrm>
          <a:prstGeom prst="rect">
            <a:avLst/>
          </a:prstGeom>
          <a:noFill/>
          <a:ln/>
        </p:spPr>
      </p:sp>
      <p:sp>
        <p:nvSpPr>
          <p:cNvPr id="52" name="Shape 45"/>
          <p:cNvSpPr/>
          <p:nvPr/>
        </p:nvSpPr>
        <p:spPr>
          <a:xfrm>
            <a:off x="6686550" y="2914141"/>
            <a:ext cx="504825" cy="85725"/>
          </a:xfrm>
          <a:prstGeom prst="rect">
            <a:avLst/>
          </a:prstGeom>
          <a:noFill/>
          <a:ln/>
        </p:spPr>
      </p:sp>
      <p:sp>
        <p:nvSpPr>
          <p:cNvPr id="53" name="Text 46"/>
          <p:cNvSpPr/>
          <p:nvPr/>
        </p:nvSpPr>
        <p:spPr>
          <a:xfrm>
            <a:off x="6686550" y="2914141"/>
            <a:ext cx="504825" cy="85725"/>
          </a:xfrm>
          <a:prstGeom prst="rect">
            <a:avLst/>
          </a:prstGeom>
          <a:noFill/>
          <a:ln/>
        </p:spPr>
        <p:txBody>
          <a:bodyPr wrap="square" lIns="0" tIns="0" rIns="0" bIns="0" rtlCol="0" anchor="ctr"/>
          <a:lstStyle/>
          <a:p>
            <a:pPr algn="l" indent="0" marL="0">
              <a:lnSpc>
                <a:spcPts val="641"/>
              </a:lnSpc>
              <a:buNone/>
            </a:pPr>
            <a:r>
              <a:rPr lang="en-US" sz="427" b="1" dirty="0">
                <a:solidFill>
                  <a:srgbClr val="1E125E">
                    <a:alpha val="99000"/>
                  </a:srgbClr>
                </a:solidFill>
                <a:latin typeface="Inter" pitchFamily="34" charset="0"/>
                <a:ea typeface="Inter" pitchFamily="34" charset="-122"/>
                <a:cs typeface="Inter" pitchFamily="34" charset="-120"/>
              </a:rPr>
              <a:t>ACTIONS NEEDED</a:t>
            </a:r>
            <a:endParaRPr lang="en-US" sz="427" dirty="0"/>
          </a:p>
        </p:txBody>
      </p:sp>
      <p:sp>
        <p:nvSpPr>
          <p:cNvPr id="54" name="Shape 47"/>
          <p:cNvSpPr/>
          <p:nvPr/>
        </p:nvSpPr>
        <p:spPr>
          <a:xfrm>
            <a:off x="6686550" y="3047333"/>
            <a:ext cx="1181100" cy="607917"/>
          </a:xfrm>
          <a:prstGeom prst="roundRect">
            <a:avLst>
              <a:gd name="adj" fmla="val 20967"/>
            </a:avLst>
          </a:prstGeom>
          <a:solidFill>
            <a:srgbClr val="FFFFFF"/>
          </a:solidFill>
          <a:ln/>
        </p:spPr>
      </p:sp>
      <p:sp>
        <p:nvSpPr>
          <p:cNvPr id="55" name="Shape 48"/>
          <p:cNvSpPr/>
          <p:nvPr/>
        </p:nvSpPr>
        <p:spPr>
          <a:xfrm>
            <a:off x="6743700" y="3094958"/>
            <a:ext cx="1066800" cy="200025"/>
          </a:xfrm>
          <a:prstGeom prst="rect">
            <a:avLst/>
          </a:prstGeom>
          <a:noFill/>
          <a:ln/>
        </p:spPr>
      </p:sp>
      <p:sp>
        <p:nvSpPr>
          <p:cNvPr id="56" name="Text 49"/>
          <p:cNvSpPr/>
          <p:nvPr/>
        </p:nvSpPr>
        <p:spPr>
          <a:xfrm>
            <a:off x="6743700" y="3094958"/>
            <a:ext cx="933450" cy="200025"/>
          </a:xfrm>
          <a:prstGeom prst="rect">
            <a:avLst/>
          </a:prstGeom>
          <a:noFill/>
          <a:ln/>
        </p:spPr>
        <p:txBody>
          <a:bodyPr wrap="square" lIns="0" tIns="0" rIns="0" bIns="0" rtlCol="0" anchor="ctr"/>
          <a:lstStyle/>
          <a:p>
            <a:pPr algn="l" indent="0" marL="0">
              <a:lnSpc>
                <a:spcPts val="748"/>
              </a:lnSpc>
              <a:buNone/>
            </a:pPr>
            <a:r>
              <a:rPr lang="en-US" sz="499" dirty="0">
                <a:solidFill>
                  <a:srgbClr val="1E125E">
                    <a:alpha val="99000"/>
                  </a:srgbClr>
                </a:solidFill>
                <a:latin typeface="Inter" pitchFamily="34" charset="0"/>
                <a:ea typeface="Inter" pitchFamily="34" charset="-122"/>
                <a:cs typeface="Inter" pitchFamily="34" charset="-120"/>
              </a:rPr>
              <a:t>Add justification to support Moderate Complexity MDM</a:t>
            </a:r>
            <a:endParaRPr lang="en-US" sz="499" dirty="0"/>
          </a:p>
        </p:txBody>
      </p:sp>
      <p:pic>
        <p:nvPicPr>
          <p:cNvPr id="57" name="Image 5" descr="preencoded.png">    </p:cNvPr>
          <p:cNvPicPr>
            <a:picLocks noChangeAspect="1"/>
          </p:cNvPicPr>
          <p:nvPr/>
        </p:nvPicPr>
        <p:blipFill>
          <a:blip r:embed="rId6"/>
          <a:srcRect l="0" r="0" t="0" b="0"/>
          <a:stretch/>
        </p:blipFill>
        <p:spPr>
          <a:xfrm>
            <a:off x="7696200" y="3094958"/>
            <a:ext cx="114300" cy="114300"/>
          </a:xfrm>
          <a:prstGeom prst="rect">
            <a:avLst/>
          </a:prstGeom>
        </p:spPr>
      </p:pic>
      <p:sp>
        <p:nvSpPr>
          <p:cNvPr id="58" name="Text 50"/>
          <p:cNvSpPr/>
          <p:nvPr/>
        </p:nvSpPr>
        <p:spPr>
          <a:xfrm rot="0">
            <a:off x="6743700" y="3314033"/>
            <a:ext cx="1066800" cy="171450"/>
          </a:xfrm>
          <a:prstGeom prst="rect">
            <a:avLst/>
          </a:prstGeom>
          <a:noFill/>
          <a:ln/>
        </p:spPr>
        <p:txBody>
          <a:bodyPr wrap="square" lIns="0" tIns="0" rIns="0" bIns="0" rtlCol="0" anchor="ctr"/>
          <a:lstStyle/>
          <a:p>
            <a:pPr algn="l" indent="0" marL="0">
              <a:lnSpc>
                <a:spcPts val="641"/>
              </a:lnSpc>
              <a:buNone/>
            </a:pPr>
            <a:r>
              <a:rPr lang="en-US" sz="427" dirty="0">
                <a:solidFill>
                  <a:srgbClr val="1E125E">
                    <a:alpha val="99000"/>
                  </a:srgbClr>
                </a:solidFill>
                <a:latin typeface="Inter" pitchFamily="34" charset="0"/>
                <a:ea typeface="Inter" pitchFamily="34" charset="-122"/>
                <a:cs typeface="Inter" pitchFamily="34" charset="-120"/>
              </a:rPr>
              <a:t>Add assessment of risk level including current chronic conditions</a:t>
            </a:r>
            <a:endParaRPr lang="en-US" sz="427" dirty="0"/>
          </a:p>
        </p:txBody>
      </p:sp>
      <p:sp>
        <p:nvSpPr>
          <p:cNvPr id="59" name="Shape 51"/>
          <p:cNvSpPr/>
          <p:nvPr/>
        </p:nvSpPr>
        <p:spPr>
          <a:xfrm>
            <a:off x="6743700" y="3504533"/>
            <a:ext cx="545861" cy="103092"/>
          </a:xfrm>
          <a:prstGeom prst="roundRect">
            <a:avLst>
              <a:gd name="adj" fmla="val 51517"/>
            </a:avLst>
          </a:prstGeom>
          <a:solidFill>
            <a:srgbClr val="813FE8"/>
          </a:solidFill>
          <a:ln/>
        </p:spPr>
      </p:sp>
      <p:sp>
        <p:nvSpPr>
          <p:cNvPr id="60" name="Text 52"/>
          <p:cNvSpPr/>
          <p:nvPr/>
        </p:nvSpPr>
        <p:spPr>
          <a:xfrm>
            <a:off x="6771361" y="3515597"/>
            <a:ext cx="490538" cy="80963"/>
          </a:xfrm>
          <a:prstGeom prst="rect">
            <a:avLst/>
          </a:prstGeom>
          <a:noFill/>
          <a:ln/>
        </p:spPr>
        <p:txBody>
          <a:bodyPr wrap="square" lIns="0" tIns="0" rIns="0" bIns="0" rtlCol="0" anchor="ctr"/>
          <a:lstStyle/>
          <a:p>
            <a:pPr algn="l" indent="0" marL="0">
              <a:lnSpc>
                <a:spcPts val="588"/>
              </a:lnSpc>
              <a:buNone/>
            </a:pPr>
            <a:r>
              <a:rPr lang="en-US" sz="392" b="1" dirty="0">
                <a:solidFill>
                  <a:srgbClr val="FFFFFF">
                    <a:alpha val="99000"/>
                  </a:srgbClr>
                </a:solidFill>
                <a:latin typeface="Inter" pitchFamily="34" charset="0"/>
                <a:ea typeface="Inter" pitchFamily="34" charset="-122"/>
                <a:cs typeface="Inter" pitchFamily="34" charset="-120"/>
              </a:rPr>
              <a:t>EDIT ASSESSMENT</a:t>
            </a:r>
            <a:endParaRPr lang="en-US" sz="392" dirty="0"/>
          </a:p>
        </p:txBody>
      </p:sp>
      <p:sp>
        <p:nvSpPr>
          <p:cNvPr id="61" name="Shape 53"/>
          <p:cNvSpPr/>
          <p:nvPr/>
        </p:nvSpPr>
        <p:spPr>
          <a:xfrm>
            <a:off x="7472363" y="3405190"/>
            <a:ext cx="293465" cy="79248"/>
          </a:xfrm>
          <a:prstGeom prst="roundRect">
            <a:avLst>
              <a:gd name="adj" fmla="val 528577"/>
            </a:avLst>
          </a:prstGeom>
          <a:solidFill>
            <a:srgbClr val="9B5CFE">
              <a:alpha val="10000"/>
            </a:srgbClr>
          </a:solidFill>
          <a:ln w="2628">
            <a:solidFill>
              <a:srgbClr val="9B5CFE">
                <a:alpha val="10000"/>
              </a:srgbClr>
            </a:solidFill>
            <a:prstDash val="solid"/>
          </a:ln>
        </p:spPr>
      </p:sp>
      <p:sp>
        <p:nvSpPr>
          <p:cNvPr id="62" name="Text 54"/>
          <p:cNvSpPr/>
          <p:nvPr/>
        </p:nvSpPr>
        <p:spPr>
          <a:xfrm>
            <a:off x="7490508" y="3411475"/>
            <a:ext cx="257175" cy="66675"/>
          </a:xfrm>
          <a:prstGeom prst="rect">
            <a:avLst/>
          </a:prstGeom>
          <a:noFill/>
          <a:ln/>
        </p:spPr>
        <p:txBody>
          <a:bodyPr wrap="square" lIns="0" tIns="0" rIns="0" bIns="0" rtlCol="0" anchor="ctr"/>
          <a:lstStyle/>
          <a:p>
            <a:pPr algn="l" indent="0" marL="0">
              <a:lnSpc>
                <a:spcPts val="508"/>
              </a:lnSpc>
              <a:buNone/>
            </a:pPr>
            <a:r>
              <a:rPr lang="en-US" sz="338" b="1" dirty="0">
                <a:solidFill>
                  <a:srgbClr val="813FE8">
                    <a:alpha val="99000"/>
                  </a:srgbClr>
                </a:solidFill>
                <a:latin typeface="Inter" pitchFamily="34" charset="0"/>
                <a:ea typeface="Inter" pitchFamily="34" charset="-122"/>
                <a:cs typeface="Inter" pitchFamily="34" charset="-120"/>
              </a:rPr>
              <a:t>Cigna 2026</a:t>
            </a:r>
            <a:endParaRPr lang="en-US" sz="338" dirty="0"/>
          </a:p>
        </p:txBody>
      </p:sp>
      <p:sp>
        <p:nvSpPr>
          <p:cNvPr id="63" name="Shape 55"/>
          <p:cNvSpPr/>
          <p:nvPr/>
        </p:nvSpPr>
        <p:spPr>
          <a:xfrm>
            <a:off x="6686550" y="3702716"/>
            <a:ext cx="1181100" cy="295275"/>
          </a:xfrm>
          <a:prstGeom prst="roundRect">
            <a:avLst>
              <a:gd name="adj" fmla="val 43168"/>
            </a:avLst>
          </a:prstGeom>
          <a:solidFill>
            <a:srgbClr val="FFFFFF"/>
          </a:solidFill>
          <a:ln/>
        </p:spPr>
      </p:sp>
      <p:sp>
        <p:nvSpPr>
          <p:cNvPr id="64" name="Shape 56"/>
          <p:cNvSpPr/>
          <p:nvPr/>
        </p:nvSpPr>
        <p:spPr>
          <a:xfrm>
            <a:off x="6743700" y="3750341"/>
            <a:ext cx="1066800" cy="200025"/>
          </a:xfrm>
          <a:prstGeom prst="rect">
            <a:avLst/>
          </a:prstGeom>
          <a:noFill/>
          <a:ln/>
        </p:spPr>
      </p:sp>
      <p:sp>
        <p:nvSpPr>
          <p:cNvPr id="65" name="Text 57"/>
          <p:cNvSpPr/>
          <p:nvPr/>
        </p:nvSpPr>
        <p:spPr>
          <a:xfrm>
            <a:off x="6743700" y="3750341"/>
            <a:ext cx="933450" cy="200025"/>
          </a:xfrm>
          <a:prstGeom prst="rect">
            <a:avLst/>
          </a:prstGeom>
          <a:noFill/>
          <a:ln/>
        </p:spPr>
        <p:txBody>
          <a:bodyPr wrap="square" lIns="0" tIns="0" rIns="0" bIns="0" rtlCol="0" anchor="ctr"/>
          <a:lstStyle/>
          <a:p>
            <a:pPr algn="l" indent="0" marL="0">
              <a:lnSpc>
                <a:spcPts val="748"/>
              </a:lnSpc>
              <a:buNone/>
            </a:pPr>
            <a:r>
              <a:rPr lang="en-US" sz="499" dirty="0">
                <a:solidFill>
                  <a:srgbClr val="1E125E">
                    <a:alpha val="99000"/>
                  </a:srgbClr>
                </a:solidFill>
                <a:latin typeface="Inter" pitchFamily="34" charset="0"/>
                <a:ea typeface="Inter" pitchFamily="34" charset="-122"/>
                <a:cs typeface="Inter" pitchFamily="34" charset="-120"/>
              </a:rPr>
              <a:t>Add Suicide and Homicide Risk Documentation</a:t>
            </a:r>
            <a:endParaRPr lang="en-US" sz="499" dirty="0"/>
          </a:p>
        </p:txBody>
      </p:sp>
      <p:pic>
        <p:nvPicPr>
          <p:cNvPr id="66" name="Image 6" descr="preencoded.png">    </p:cNvPr>
          <p:cNvPicPr>
            <a:picLocks noChangeAspect="1"/>
          </p:cNvPicPr>
          <p:nvPr/>
        </p:nvPicPr>
        <p:blipFill>
          <a:blip r:embed="rId7"/>
          <a:srcRect l="0" r="0" t="0" b="38124"/>
          <a:stretch/>
        </p:blipFill>
        <p:spPr>
          <a:xfrm>
            <a:off x="7696200" y="3750341"/>
            <a:ext cx="114300" cy="7072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2F5"/>
        </a:solidFill>
      </p:bgPr>
    </p:bg>
    <p:spTree>
      <p:nvGrpSpPr>
        <p:cNvPr id="1" name=""/>
        <p:cNvGrpSpPr/>
        <p:nvPr/>
      </p:nvGrpSpPr>
      <p:grpSpPr>
        <a:xfrm>
          <a:off x="0" y="0"/>
          <a:ext cx="0" cy="0"/>
          <a:chOff x="0" y="0"/>
          <a:chExt cx="0" cy="0"/>
        </a:xfrm>
      </p:grpSpPr>
      <p:sp>
        <p:nvSpPr>
          <p:cNvPr id="2" name="Shape 0"/>
          <p:cNvSpPr/>
          <p:nvPr/>
        </p:nvSpPr>
        <p:spPr>
          <a:xfrm>
            <a:off x="4572000" y="0"/>
            <a:ext cx="4572000" cy="5143500"/>
          </a:xfrm>
          <a:prstGeom prst="rect">
            <a:avLst/>
          </a:prstGeom>
          <a:solidFill>
            <a:srgbClr val="1C1E85"/>
          </a:solidFill>
          <a:ln/>
        </p:spPr>
      </p:sp>
      <p:sp>
        <p:nvSpPr>
          <p:cNvPr id="3" name="Text 1"/>
          <p:cNvSpPr/>
          <p:nvPr/>
        </p:nvSpPr>
        <p:spPr>
          <a:xfrm>
            <a:off x="619125" y="1000125"/>
            <a:ext cx="2781300" cy="1652588"/>
          </a:xfrm>
          <a:prstGeom prst="rect">
            <a:avLst/>
          </a:prstGeom>
          <a:noFill/>
          <a:ln/>
        </p:spPr>
        <p:txBody>
          <a:bodyPr wrap="square" lIns="0" tIns="0" rIns="0" bIns="0" rtlCol="0" anchor="ctr"/>
          <a:lstStyle/>
          <a:p>
            <a:pPr algn="l" indent="0" marL="0">
              <a:lnSpc>
                <a:spcPts val="1425"/>
              </a:lnSpc>
              <a:buNone/>
            </a:pPr>
            <a:r>
              <a:rPr lang="en-US" sz="1140" spc="-11" kern="0" dirty="0">
                <a:solidFill>
                  <a:srgbClr val="1E125E">
                    <a:alpha val="99000"/>
                  </a:srgbClr>
                </a:solidFill>
                <a:latin typeface="Inter" pitchFamily="34" charset="0"/>
                <a:ea typeface="Inter" pitchFamily="34" charset="-122"/>
                <a:cs typeface="Inter" pitchFamily="34" charset="-120"/>
              </a:rPr>
              <a:t>Leveraging custom illustrations and diagrams throughout the brand identity to break down complex systems, into easy to understand formats.</a:t>
            </a:r>
            <a:endParaRPr lang="en-US" sz="1140" dirty="0"/>
          </a:p>
          <a:p>
            <a:pPr algn="l" indent="0" marL="0">
              <a:lnSpc>
                <a:spcPts val="1425"/>
              </a:lnSpc>
              <a:buNone/>
            </a:pPr>
            <a:r>
              <a:rPr lang="en-US" sz="1140" spc="-11" kern="0" dirty="0">
                <a:solidFill>
                  <a:srgbClr val="1E125E">
                    <a:alpha val="99000"/>
                  </a:srgbClr>
                </a:solidFill>
                <a:latin typeface="Inter" pitchFamily="34" charset="0"/>
                <a:ea typeface="Inter" pitchFamily="34" charset="-122"/>
                <a:cs typeface="Inter" pitchFamily="34" charset="-120"/>
              </a:rPr>
              <a:t>Here are some examples of the illustration style that JotPsych uses to visualize different systems and solutions.</a:t>
            </a:r>
            <a:endParaRPr lang="en-US" sz="1140" dirty="0"/>
          </a:p>
        </p:txBody>
      </p:sp>
      <p:pic>
        <p:nvPicPr>
          <p:cNvPr id="4" name="Image 0" descr="preencoded.png">    </p:cNvPr>
          <p:cNvPicPr>
            <a:picLocks noChangeAspect="1"/>
          </p:cNvPicPr>
          <p:nvPr/>
        </p:nvPicPr>
        <p:blipFill>
          <a:blip r:embed="rId1"/>
          <a:srcRect l="0" r="0" t="0" b="0"/>
          <a:stretch/>
        </p:blipFill>
        <p:spPr>
          <a:xfrm>
            <a:off x="571500" y="285750"/>
            <a:ext cx="8001000" cy="457200"/>
          </a:xfrm>
          <a:prstGeom prst="rect">
            <a:avLst/>
          </a:prstGeom>
        </p:spPr>
      </p:pic>
      <p:pic>
        <p:nvPicPr>
          <p:cNvPr id="5" name="Image 1" descr="preencoded.png">    </p:cNvPr>
          <p:cNvPicPr>
            <a:picLocks noChangeAspect="1"/>
          </p:cNvPicPr>
          <p:nvPr/>
        </p:nvPicPr>
        <p:blipFill>
          <a:blip r:embed="rId2"/>
          <a:srcRect l="0" r="0" t="0" b="0"/>
          <a:stretch/>
        </p:blipFill>
        <p:spPr>
          <a:xfrm>
            <a:off x="5400675" y="1057275"/>
            <a:ext cx="2914650" cy="3186113"/>
          </a:xfrm>
          <a:prstGeom prst="rect">
            <a:avLst/>
          </a:prstGeom>
        </p:spPr>
      </p:pic>
      <p:sp>
        <p:nvSpPr>
          <p:cNvPr id="6" name="Shape 2"/>
          <p:cNvSpPr/>
          <p:nvPr/>
        </p:nvSpPr>
        <p:spPr>
          <a:xfrm>
            <a:off x="5938838" y="1566863"/>
            <a:ext cx="1843088" cy="1231144"/>
          </a:xfrm>
          <a:prstGeom prst="roundRect">
            <a:avLst>
              <a:gd name="adj" fmla="val 14669"/>
            </a:avLst>
          </a:prstGeom>
          <a:solidFill>
            <a:srgbClr val="9B5CFE">
              <a:alpha val="10000"/>
            </a:srgbClr>
          </a:solidFill>
          <a:ln w="6941">
            <a:solidFill>
              <a:srgbClr val="9B5CFE">
                <a:alpha val="10000"/>
              </a:srgbClr>
            </a:solidFill>
            <a:prstDash val="solid"/>
          </a:ln>
        </p:spPr>
      </p:sp>
      <p:sp>
        <p:nvSpPr>
          <p:cNvPr id="7" name="Shape 3"/>
          <p:cNvSpPr/>
          <p:nvPr/>
        </p:nvSpPr>
        <p:spPr>
          <a:xfrm>
            <a:off x="6056414" y="1684439"/>
            <a:ext cx="1494388" cy="226070"/>
          </a:xfrm>
          <a:prstGeom prst="rect">
            <a:avLst/>
          </a:prstGeom>
          <a:noFill/>
          <a:ln/>
        </p:spPr>
      </p:sp>
      <p:pic>
        <p:nvPicPr>
          <p:cNvPr id="8" name="Image 2" descr="preencoded.png">    </p:cNvPr>
          <p:cNvPicPr>
            <a:picLocks noChangeAspect="1"/>
          </p:cNvPicPr>
          <p:nvPr/>
        </p:nvPicPr>
        <p:blipFill>
          <a:blip r:embed="rId3"/>
          <a:srcRect l="0" r="0" t="0" b="0"/>
          <a:stretch/>
        </p:blipFill>
        <p:spPr>
          <a:xfrm>
            <a:off x="6056414" y="1691655"/>
            <a:ext cx="211638" cy="211638"/>
          </a:xfrm>
          <a:prstGeom prst="rect">
            <a:avLst/>
          </a:prstGeom>
        </p:spPr>
      </p:pic>
      <p:sp>
        <p:nvSpPr>
          <p:cNvPr id="9" name="Shape 4"/>
          <p:cNvSpPr/>
          <p:nvPr/>
        </p:nvSpPr>
        <p:spPr>
          <a:xfrm>
            <a:off x="6326839" y="1684439"/>
            <a:ext cx="1223963" cy="226070"/>
          </a:xfrm>
          <a:prstGeom prst="rect">
            <a:avLst/>
          </a:prstGeom>
          <a:noFill/>
          <a:ln/>
        </p:spPr>
      </p:sp>
      <p:sp>
        <p:nvSpPr>
          <p:cNvPr id="10" name="Text 5"/>
          <p:cNvSpPr/>
          <p:nvPr/>
        </p:nvSpPr>
        <p:spPr>
          <a:xfrm>
            <a:off x="6326839" y="1684439"/>
            <a:ext cx="495300" cy="114300"/>
          </a:xfrm>
          <a:prstGeom prst="rect">
            <a:avLst/>
          </a:prstGeom>
          <a:noFill/>
          <a:ln/>
        </p:spPr>
        <p:txBody>
          <a:bodyPr wrap="square" lIns="0" tIns="0" rIns="0" bIns="0" rtlCol="0" anchor="ctr"/>
          <a:lstStyle/>
          <a:p>
            <a:pPr algn="l" indent="0" marL="0">
              <a:lnSpc>
                <a:spcPts val="855"/>
              </a:lnSpc>
              <a:buNone/>
            </a:pPr>
            <a:r>
              <a:rPr lang="en-US" sz="570" b="1" dirty="0">
                <a:solidFill>
                  <a:srgbClr val="1C1E85">
                    <a:alpha val="99000"/>
                  </a:srgbClr>
                </a:solidFill>
                <a:latin typeface="Inter" pitchFamily="34" charset="0"/>
                <a:ea typeface="Inter" pitchFamily="34" charset="-122"/>
                <a:cs typeface="Inter" pitchFamily="34" charset="-120"/>
              </a:rPr>
              <a:t>Patient Name</a:t>
            </a:r>
            <a:endParaRPr lang="en-US" sz="570" dirty="0"/>
          </a:p>
        </p:txBody>
      </p:sp>
      <p:sp>
        <p:nvSpPr>
          <p:cNvPr id="11" name="Text 6"/>
          <p:cNvSpPr/>
          <p:nvPr/>
        </p:nvSpPr>
        <p:spPr>
          <a:xfrm>
            <a:off x="6326839" y="1810496"/>
            <a:ext cx="1223963" cy="100013"/>
          </a:xfrm>
          <a:prstGeom prst="rect">
            <a:avLst/>
          </a:prstGeom>
          <a:noFill/>
          <a:ln/>
        </p:spPr>
        <p:txBody>
          <a:bodyPr wrap="square" lIns="0" tIns="0" rIns="0" bIns="0" rtlCol="0" anchor="ctr"/>
          <a:lstStyle/>
          <a:p>
            <a:pPr algn="l" indent="0" marL="0">
              <a:lnSpc>
                <a:spcPts val="748"/>
              </a:lnSpc>
              <a:buNone/>
            </a:pPr>
            <a:r>
              <a:rPr lang="en-US" sz="499" dirty="0">
                <a:solidFill>
                  <a:srgbClr val="1E125E">
                    <a:alpha val="99000"/>
                  </a:srgbClr>
                </a:solidFill>
                <a:latin typeface="Inter" pitchFamily="34" charset="0"/>
                <a:ea typeface="Inter" pitchFamily="34" charset="-122"/>
                <a:cs typeface="Inter" pitchFamily="34" charset="-120"/>
              </a:rPr>
              <a:t>Last Session • May 04, 2026, 11:18 AM</a:t>
            </a:r>
            <a:endParaRPr lang="en-US" sz="499" dirty="0"/>
          </a:p>
        </p:txBody>
      </p:sp>
      <p:sp>
        <p:nvSpPr>
          <p:cNvPr id="12" name="Shape 7"/>
          <p:cNvSpPr/>
          <p:nvPr/>
        </p:nvSpPr>
        <p:spPr>
          <a:xfrm>
            <a:off x="6056414" y="1986709"/>
            <a:ext cx="1607935" cy="693722"/>
          </a:xfrm>
          <a:prstGeom prst="rect">
            <a:avLst/>
          </a:prstGeom>
          <a:noFill/>
          <a:ln/>
        </p:spPr>
      </p:sp>
      <p:sp>
        <p:nvSpPr>
          <p:cNvPr id="13" name="Shape 8"/>
          <p:cNvSpPr/>
          <p:nvPr/>
        </p:nvSpPr>
        <p:spPr>
          <a:xfrm>
            <a:off x="6056414" y="1986709"/>
            <a:ext cx="1607935" cy="693722"/>
          </a:xfrm>
          <a:prstGeom prst="roundRect">
            <a:avLst>
              <a:gd name="adj" fmla="val 15169"/>
            </a:avLst>
          </a:prstGeom>
          <a:solidFill>
            <a:srgbClr val="FFFFFF"/>
          </a:solidFill>
          <a:ln/>
        </p:spPr>
      </p:sp>
      <p:sp>
        <p:nvSpPr>
          <p:cNvPr id="14" name="Shape 9"/>
          <p:cNvSpPr/>
          <p:nvPr/>
        </p:nvSpPr>
        <p:spPr>
          <a:xfrm>
            <a:off x="6129493" y="2041517"/>
            <a:ext cx="1461778" cy="584104"/>
          </a:xfrm>
          <a:prstGeom prst="rect">
            <a:avLst/>
          </a:prstGeom>
          <a:noFill/>
          <a:ln/>
        </p:spPr>
      </p:sp>
      <p:sp>
        <p:nvSpPr>
          <p:cNvPr id="15" name="Shape 10"/>
          <p:cNvSpPr/>
          <p:nvPr/>
        </p:nvSpPr>
        <p:spPr>
          <a:xfrm>
            <a:off x="6129493" y="2041517"/>
            <a:ext cx="466725" cy="100013"/>
          </a:xfrm>
          <a:prstGeom prst="rect">
            <a:avLst/>
          </a:prstGeom>
          <a:noFill/>
          <a:ln/>
        </p:spPr>
      </p:sp>
      <p:sp>
        <p:nvSpPr>
          <p:cNvPr id="16" name="Text 11"/>
          <p:cNvSpPr/>
          <p:nvPr/>
        </p:nvSpPr>
        <p:spPr>
          <a:xfrm>
            <a:off x="6129493" y="2041517"/>
            <a:ext cx="466725" cy="100013"/>
          </a:xfrm>
          <a:prstGeom prst="rect">
            <a:avLst/>
          </a:prstGeom>
          <a:noFill/>
          <a:ln/>
        </p:spPr>
        <p:txBody>
          <a:bodyPr wrap="square" lIns="0" tIns="0" rIns="0" bIns="0" rtlCol="0" anchor="ctr"/>
          <a:lstStyle/>
          <a:p>
            <a:pPr algn="l" indent="0" marL="0">
              <a:lnSpc>
                <a:spcPts val="748"/>
              </a:lnSpc>
              <a:buNone/>
            </a:pPr>
            <a:r>
              <a:rPr lang="en-US" sz="499" b="1" dirty="0">
                <a:solidFill>
                  <a:srgbClr val="1C1E85">
                    <a:alpha val="99000"/>
                  </a:srgbClr>
                </a:solidFill>
                <a:latin typeface="Inter" pitchFamily="34" charset="0"/>
                <a:ea typeface="Inter" pitchFamily="34" charset="-122"/>
                <a:cs typeface="Inter" pitchFamily="34" charset="-120"/>
              </a:rPr>
              <a:t>Improvements</a:t>
            </a:r>
            <a:endParaRPr lang="en-US" sz="499" dirty="0"/>
          </a:p>
        </p:txBody>
      </p:sp>
      <p:pic>
        <p:nvPicPr>
          <p:cNvPr id="17" name="Image 3" descr="preencoded.png">    </p:cNvPr>
          <p:cNvPicPr>
            <a:picLocks noChangeAspect="1"/>
          </p:cNvPicPr>
          <p:nvPr/>
        </p:nvPicPr>
        <p:blipFill>
          <a:blip r:embed="rId4"/>
          <a:srcRect l="0" r="0" t="0" b="0"/>
          <a:stretch/>
        </p:blipFill>
        <p:spPr>
          <a:xfrm>
            <a:off x="6129493" y="2198680"/>
            <a:ext cx="1461778" cy="426942"/>
          </a:xfrm>
          <a:prstGeom prst="rect">
            <a:avLst/>
          </a:prstGeom>
        </p:spPr>
      </p:pic>
      <p:sp>
        <p:nvSpPr>
          <p:cNvPr id="18" name="Shape 12"/>
          <p:cNvSpPr/>
          <p:nvPr/>
        </p:nvSpPr>
        <p:spPr>
          <a:xfrm>
            <a:off x="5729288" y="2590442"/>
            <a:ext cx="2262188" cy="1136068"/>
          </a:xfrm>
          <a:prstGeom prst="roundRect">
            <a:avLst>
              <a:gd name="adj" fmla="val 15897"/>
            </a:avLst>
          </a:prstGeom>
          <a:solidFill>
            <a:srgbClr val="FFFFFF"/>
          </a:solidFill>
          <a:ln/>
        </p:spPr>
      </p:sp>
      <p:sp>
        <p:nvSpPr>
          <p:cNvPr id="19" name="Shape 13"/>
          <p:cNvSpPr/>
          <p:nvPr/>
        </p:nvSpPr>
        <p:spPr>
          <a:xfrm>
            <a:off x="5846864" y="2708018"/>
            <a:ext cx="2027035" cy="226244"/>
          </a:xfrm>
          <a:prstGeom prst="rect">
            <a:avLst/>
          </a:prstGeom>
          <a:noFill/>
          <a:ln/>
        </p:spPr>
      </p:sp>
      <p:sp>
        <p:nvSpPr>
          <p:cNvPr id="20" name="Shape 14"/>
          <p:cNvSpPr/>
          <p:nvPr/>
        </p:nvSpPr>
        <p:spPr>
          <a:xfrm>
            <a:off x="5846864" y="2708018"/>
            <a:ext cx="1702584" cy="226244"/>
          </a:xfrm>
          <a:prstGeom prst="rect">
            <a:avLst/>
          </a:prstGeom>
          <a:noFill/>
          <a:ln/>
        </p:spPr>
      </p:sp>
      <p:sp>
        <p:nvSpPr>
          <p:cNvPr id="21" name="Shape 15"/>
          <p:cNvSpPr/>
          <p:nvPr/>
        </p:nvSpPr>
        <p:spPr>
          <a:xfrm>
            <a:off x="5846864" y="2708018"/>
            <a:ext cx="1702584" cy="226244"/>
          </a:xfrm>
          <a:prstGeom prst="rect">
            <a:avLst/>
          </a:prstGeom>
          <a:noFill/>
          <a:ln/>
        </p:spPr>
      </p:sp>
      <p:sp>
        <p:nvSpPr>
          <p:cNvPr id="22" name="Text 16"/>
          <p:cNvSpPr/>
          <p:nvPr/>
        </p:nvSpPr>
        <p:spPr>
          <a:xfrm>
            <a:off x="5846864" y="2708018"/>
            <a:ext cx="657225" cy="114300"/>
          </a:xfrm>
          <a:prstGeom prst="rect">
            <a:avLst/>
          </a:prstGeom>
          <a:noFill/>
          <a:ln/>
        </p:spPr>
        <p:txBody>
          <a:bodyPr wrap="square" lIns="0" tIns="0" rIns="0" bIns="0" rtlCol="0" anchor="ctr"/>
          <a:lstStyle/>
          <a:p>
            <a:pPr algn="l" indent="0" marL="0">
              <a:lnSpc>
                <a:spcPts val="855"/>
              </a:lnSpc>
              <a:buNone/>
            </a:pPr>
            <a:r>
              <a:rPr lang="en-US" sz="570" b="1" dirty="0">
                <a:solidFill>
                  <a:srgbClr val="1C1E85">
                    <a:alpha val="99000"/>
                  </a:srgbClr>
                </a:solidFill>
                <a:latin typeface="Inter" pitchFamily="34" charset="0"/>
                <a:ea typeface="Inter" pitchFamily="34" charset="-122"/>
                <a:cs typeface="Inter" pitchFamily="34" charset="-120"/>
              </a:rPr>
              <a:t>Psychiatric Intake</a:t>
            </a:r>
            <a:endParaRPr lang="en-US" sz="570" dirty="0"/>
          </a:p>
        </p:txBody>
      </p:sp>
      <p:sp>
        <p:nvSpPr>
          <p:cNvPr id="23" name="Text 17"/>
          <p:cNvSpPr/>
          <p:nvPr/>
        </p:nvSpPr>
        <p:spPr>
          <a:xfrm>
            <a:off x="5846864" y="2834250"/>
            <a:ext cx="1702584" cy="100013"/>
          </a:xfrm>
          <a:prstGeom prst="rect">
            <a:avLst/>
          </a:prstGeom>
          <a:noFill/>
          <a:ln/>
        </p:spPr>
        <p:txBody>
          <a:bodyPr wrap="square" lIns="0" tIns="0" rIns="0" bIns="0" rtlCol="0" anchor="ctr"/>
          <a:lstStyle/>
          <a:p>
            <a:pPr algn="l" indent="0" marL="0">
              <a:lnSpc>
                <a:spcPts val="748"/>
              </a:lnSpc>
              <a:buNone/>
            </a:pPr>
            <a:r>
              <a:rPr lang="en-US" sz="499" dirty="0">
                <a:solidFill>
                  <a:srgbClr val="7A7A90">
                    <a:alpha val="99000"/>
                  </a:srgbClr>
                </a:solidFill>
                <a:latin typeface="Inter" pitchFamily="34" charset="0"/>
                <a:ea typeface="Inter" pitchFamily="34" charset="-122"/>
                <a:cs typeface="Inter" pitchFamily="34" charset="-120"/>
              </a:rPr>
              <a:t>Recording • Today, 11:18 AM</a:t>
            </a:r>
            <a:endParaRPr lang="en-US" sz="499" dirty="0"/>
          </a:p>
        </p:txBody>
      </p:sp>
      <p:sp>
        <p:nvSpPr>
          <p:cNvPr id="24" name="Shape 18"/>
          <p:cNvSpPr/>
          <p:nvPr/>
        </p:nvSpPr>
        <p:spPr>
          <a:xfrm>
            <a:off x="7549448" y="2749553"/>
            <a:ext cx="324451" cy="143176"/>
          </a:xfrm>
          <a:prstGeom prst="rect">
            <a:avLst/>
          </a:prstGeom>
          <a:noFill/>
          <a:ln/>
        </p:spPr>
      </p:sp>
      <p:sp>
        <p:nvSpPr>
          <p:cNvPr id="25" name="Shape 19"/>
          <p:cNvSpPr/>
          <p:nvPr/>
        </p:nvSpPr>
        <p:spPr>
          <a:xfrm>
            <a:off x="7549448" y="2749553"/>
            <a:ext cx="143176" cy="143176"/>
          </a:xfrm>
          <a:prstGeom prst="ellipse">
            <a:avLst/>
          </a:prstGeom>
          <a:solidFill>
            <a:srgbClr val="9B5CFE">
              <a:alpha val="10000"/>
            </a:srgbClr>
          </a:solidFill>
          <a:ln/>
        </p:spPr>
      </p:sp>
      <p:pic>
        <p:nvPicPr>
          <p:cNvPr id="26" name="Image 4" descr="preencoded.png">    </p:cNvPr>
          <p:cNvPicPr>
            <a:picLocks noChangeAspect="1"/>
          </p:cNvPicPr>
          <p:nvPr/>
        </p:nvPicPr>
        <p:blipFill>
          <a:blip r:embed="rId5"/>
          <a:srcRect l="0" r="0" t="0" b="0"/>
          <a:stretch/>
        </p:blipFill>
        <p:spPr>
          <a:xfrm>
            <a:off x="7587102" y="2783342"/>
            <a:ext cx="71438" cy="71438"/>
          </a:xfrm>
          <a:prstGeom prst="rect">
            <a:avLst/>
          </a:prstGeom>
        </p:spPr>
      </p:pic>
      <p:sp>
        <p:nvSpPr>
          <p:cNvPr id="27" name="Shape 20"/>
          <p:cNvSpPr/>
          <p:nvPr/>
        </p:nvSpPr>
        <p:spPr>
          <a:xfrm>
            <a:off x="7730723" y="2749553"/>
            <a:ext cx="143176" cy="143176"/>
          </a:xfrm>
          <a:prstGeom prst="ellipse">
            <a:avLst/>
          </a:prstGeom>
          <a:solidFill>
            <a:srgbClr val="9B5CFE">
              <a:alpha val="10000"/>
            </a:srgbClr>
          </a:solidFill>
          <a:ln/>
        </p:spPr>
      </p:sp>
      <p:pic>
        <p:nvPicPr>
          <p:cNvPr id="28" name="Image 5" descr="preencoded.png">    </p:cNvPr>
          <p:cNvPicPr>
            <a:picLocks noChangeAspect="1"/>
          </p:cNvPicPr>
          <p:nvPr/>
        </p:nvPicPr>
        <p:blipFill>
          <a:blip r:embed="rId6"/>
          <a:srcRect l="0" r="0" t="0" b="0"/>
          <a:stretch/>
        </p:blipFill>
        <p:spPr>
          <a:xfrm>
            <a:off x="7767633" y="2786063"/>
            <a:ext cx="71438" cy="71438"/>
          </a:xfrm>
          <a:prstGeom prst="rect">
            <a:avLst/>
          </a:prstGeom>
        </p:spPr>
      </p:pic>
      <p:sp>
        <p:nvSpPr>
          <p:cNvPr id="29" name="Shape 21"/>
          <p:cNvSpPr/>
          <p:nvPr/>
        </p:nvSpPr>
        <p:spPr>
          <a:xfrm>
            <a:off x="5846864" y="3010463"/>
            <a:ext cx="2027035" cy="598472"/>
          </a:xfrm>
          <a:prstGeom prst="roundRect">
            <a:avLst>
              <a:gd name="adj" fmla="val 17584"/>
            </a:avLst>
          </a:prstGeom>
          <a:solidFill>
            <a:srgbClr val="9B5CFE">
              <a:alpha val="10000"/>
            </a:srgbClr>
          </a:solidFill>
          <a:ln/>
        </p:spPr>
      </p:sp>
      <p:sp>
        <p:nvSpPr>
          <p:cNvPr id="30" name="Shape 22"/>
          <p:cNvSpPr/>
          <p:nvPr/>
        </p:nvSpPr>
        <p:spPr>
          <a:xfrm>
            <a:off x="5919943" y="3065271"/>
            <a:ext cx="1880878" cy="488854"/>
          </a:xfrm>
          <a:prstGeom prst="rect">
            <a:avLst/>
          </a:prstGeom>
          <a:noFill/>
          <a:ln/>
        </p:spPr>
      </p:sp>
      <p:sp>
        <p:nvSpPr>
          <p:cNvPr id="31" name="Shape 23"/>
          <p:cNvSpPr/>
          <p:nvPr/>
        </p:nvSpPr>
        <p:spPr>
          <a:xfrm>
            <a:off x="5919943" y="3065271"/>
            <a:ext cx="466725" cy="100013"/>
          </a:xfrm>
          <a:prstGeom prst="rect">
            <a:avLst/>
          </a:prstGeom>
          <a:noFill/>
          <a:ln/>
        </p:spPr>
      </p:sp>
      <p:sp>
        <p:nvSpPr>
          <p:cNvPr id="32" name="Text 24"/>
          <p:cNvSpPr/>
          <p:nvPr/>
        </p:nvSpPr>
        <p:spPr>
          <a:xfrm>
            <a:off x="5919943" y="3065271"/>
            <a:ext cx="466725" cy="100013"/>
          </a:xfrm>
          <a:prstGeom prst="rect">
            <a:avLst/>
          </a:prstGeom>
          <a:noFill/>
          <a:ln/>
        </p:spPr>
        <p:txBody>
          <a:bodyPr wrap="square" lIns="0" tIns="0" rIns="0" bIns="0" rtlCol="0" anchor="ctr"/>
          <a:lstStyle/>
          <a:p>
            <a:pPr algn="l" indent="0" marL="0">
              <a:lnSpc>
                <a:spcPts val="748"/>
              </a:lnSpc>
              <a:buNone/>
            </a:pPr>
            <a:r>
              <a:rPr lang="en-US" sz="499" b="1" dirty="0">
                <a:solidFill>
                  <a:srgbClr val="1C1E85">
                    <a:alpha val="99000"/>
                  </a:srgbClr>
                </a:solidFill>
                <a:latin typeface="Inter" pitchFamily="34" charset="0"/>
                <a:ea typeface="Inter" pitchFamily="34" charset="-122"/>
                <a:cs typeface="Inter" pitchFamily="34" charset="-120"/>
              </a:rPr>
              <a:t>Improvements</a:t>
            </a:r>
            <a:endParaRPr lang="en-US" sz="499" dirty="0"/>
          </a:p>
        </p:txBody>
      </p:sp>
      <p:pic>
        <p:nvPicPr>
          <p:cNvPr id="33" name="Image 6" descr="preencoded.png">    </p:cNvPr>
          <p:cNvPicPr>
            <a:picLocks noChangeAspect="1"/>
          </p:cNvPicPr>
          <p:nvPr/>
        </p:nvPicPr>
        <p:blipFill>
          <a:blip r:embed="rId7"/>
          <a:srcRect l="0" r="0" t="0" b="0"/>
          <a:stretch/>
        </p:blipFill>
        <p:spPr>
          <a:xfrm>
            <a:off x="5919943" y="3222434"/>
            <a:ext cx="1880878" cy="33169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2F5"/>
        </a:solidFill>
      </p:bgPr>
    </p:bg>
    <p:spTree>
      <p:nvGrpSpPr>
        <p:cNvPr id="1" name=""/>
        <p:cNvGrpSpPr/>
        <p:nvPr/>
      </p:nvGrpSpPr>
      <p:grpSpPr>
        <a:xfrm>
          <a:off x="0" y="0"/>
          <a:ext cx="0" cy="0"/>
          <a:chOff x="0" y="0"/>
          <a:chExt cx="0" cy="0"/>
        </a:xfrm>
      </p:grpSpPr>
      <p:sp>
        <p:nvSpPr>
          <p:cNvPr id="2" name="Shape 0"/>
          <p:cNvSpPr/>
          <p:nvPr/>
        </p:nvSpPr>
        <p:spPr>
          <a:xfrm>
            <a:off x="4572000" y="0"/>
            <a:ext cx="4572000" cy="5143500"/>
          </a:xfrm>
          <a:prstGeom prst="rect">
            <a:avLst/>
          </a:prstGeom>
          <a:solidFill>
            <a:srgbClr val="1C1E85"/>
          </a:solidFill>
          <a:ln/>
        </p:spPr>
      </p:sp>
      <p:sp>
        <p:nvSpPr>
          <p:cNvPr id="3" name="Text 1"/>
          <p:cNvSpPr/>
          <p:nvPr/>
        </p:nvSpPr>
        <p:spPr>
          <a:xfrm>
            <a:off x="619125" y="1000125"/>
            <a:ext cx="2781300" cy="1652588"/>
          </a:xfrm>
          <a:prstGeom prst="rect">
            <a:avLst/>
          </a:prstGeom>
          <a:noFill/>
          <a:ln/>
        </p:spPr>
        <p:txBody>
          <a:bodyPr wrap="square" lIns="0" tIns="0" rIns="0" bIns="0" rtlCol="0" anchor="ctr"/>
          <a:lstStyle/>
          <a:p>
            <a:pPr algn="l" indent="0" marL="0">
              <a:lnSpc>
                <a:spcPts val="1425"/>
              </a:lnSpc>
              <a:buNone/>
            </a:pPr>
            <a:r>
              <a:rPr lang="en-US" sz="1140" spc="-11" kern="0" dirty="0">
                <a:solidFill>
                  <a:srgbClr val="1E125E">
                    <a:alpha val="99000"/>
                  </a:srgbClr>
                </a:solidFill>
                <a:latin typeface="Inter" pitchFamily="34" charset="0"/>
                <a:ea typeface="Inter" pitchFamily="34" charset="-122"/>
                <a:cs typeface="Inter" pitchFamily="34" charset="-120"/>
              </a:rPr>
              <a:t>Leveraging custom illustrations and diagrams throughout the brand identity to break down complex systems, into easy to understand formats.</a:t>
            </a:r>
            <a:endParaRPr lang="en-US" sz="1140" dirty="0"/>
          </a:p>
          <a:p>
            <a:pPr algn="l" indent="0" marL="0">
              <a:lnSpc>
                <a:spcPts val="1425"/>
              </a:lnSpc>
              <a:buNone/>
            </a:pPr>
            <a:r>
              <a:rPr lang="en-US" sz="1140" spc="-11" kern="0" dirty="0">
                <a:solidFill>
                  <a:srgbClr val="1E125E">
                    <a:alpha val="99000"/>
                  </a:srgbClr>
                </a:solidFill>
                <a:latin typeface="Inter" pitchFamily="34" charset="0"/>
                <a:ea typeface="Inter" pitchFamily="34" charset="-122"/>
                <a:cs typeface="Inter" pitchFamily="34" charset="-120"/>
              </a:rPr>
              <a:t>Here are some examples of the illustration style that JotPsych uses to visualize different systems and solutions.</a:t>
            </a:r>
            <a:endParaRPr lang="en-US" sz="1140" dirty="0"/>
          </a:p>
        </p:txBody>
      </p:sp>
      <p:pic>
        <p:nvPicPr>
          <p:cNvPr id="4" name="Image 0" descr="preencoded.png">    </p:cNvPr>
          <p:cNvPicPr>
            <a:picLocks noChangeAspect="1"/>
          </p:cNvPicPr>
          <p:nvPr/>
        </p:nvPicPr>
        <p:blipFill>
          <a:blip r:embed="rId1"/>
          <a:srcRect l="0" r="0" t="0" b="0"/>
          <a:stretch/>
        </p:blipFill>
        <p:spPr>
          <a:xfrm>
            <a:off x="571500" y="285750"/>
            <a:ext cx="8001000" cy="457200"/>
          </a:xfrm>
          <a:prstGeom prst="rect">
            <a:avLst/>
          </a:prstGeom>
        </p:spPr>
      </p:pic>
      <p:pic>
        <p:nvPicPr>
          <p:cNvPr id="5" name="Image 1" descr="preencoded.png">    </p:cNvPr>
          <p:cNvPicPr>
            <a:picLocks noChangeAspect="1"/>
          </p:cNvPicPr>
          <p:nvPr/>
        </p:nvPicPr>
        <p:blipFill>
          <a:blip r:embed="rId2"/>
          <a:srcRect l="0" r="0" t="0" b="0"/>
          <a:stretch/>
        </p:blipFill>
        <p:spPr>
          <a:xfrm>
            <a:off x="5400675" y="942975"/>
            <a:ext cx="2905125" cy="3443288"/>
          </a:xfrm>
          <a:prstGeom prst="rect">
            <a:avLst/>
          </a:prstGeom>
        </p:spPr>
      </p:pic>
      <p:pic>
        <p:nvPicPr>
          <p:cNvPr id="6" name="Image 2" descr="preencoded.png">    </p:cNvPr>
          <p:cNvPicPr>
            <a:picLocks noChangeAspect="1"/>
          </p:cNvPicPr>
          <p:nvPr/>
        </p:nvPicPr>
        <p:blipFill>
          <a:blip r:embed="rId3"/>
          <a:srcRect l="0" r="0" t="0" b="0"/>
          <a:stretch/>
        </p:blipFill>
        <p:spPr>
          <a:xfrm>
            <a:off x="5476875" y="1015352"/>
            <a:ext cx="2762250" cy="3289063"/>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C1E85"/>
        </a:solidFill>
      </p:bgPr>
    </p:bg>
    <p:spTree>
      <p:nvGrpSpPr>
        <p:cNvPr id="1" name=""/>
        <p:cNvGrpSpPr/>
        <p:nvPr/>
      </p:nvGrpSpPr>
      <p:grpSpPr>
        <a:xfrm>
          <a:off x="0" y="0"/>
          <a:ext cx="0" cy="0"/>
          <a:chOff x="0" y="0"/>
          <a:chExt cx="0" cy="0"/>
        </a:xfrm>
      </p:grpSpPr>
      <p:sp>
        <p:nvSpPr>
          <p:cNvPr id="2" name="Text 0"/>
          <p:cNvSpPr/>
          <p:nvPr/>
        </p:nvSpPr>
        <p:spPr>
          <a:xfrm>
            <a:off x="571500" y="3609975"/>
            <a:ext cx="6081713" cy="857250"/>
          </a:xfrm>
          <a:prstGeom prst="rect">
            <a:avLst/>
          </a:prstGeom>
          <a:noFill/>
          <a:ln/>
        </p:spPr>
        <p:txBody>
          <a:bodyPr wrap="square" lIns="0" tIns="0" rIns="0" bIns="0" rtlCol="0" anchor="ctr"/>
          <a:lstStyle/>
          <a:p>
            <a:pPr algn="l" indent="0" marL="0">
              <a:lnSpc>
                <a:spcPts val="6413"/>
              </a:lnSpc>
              <a:buNone/>
            </a:pPr>
            <a:r>
              <a:rPr lang="en-US" sz="6413" spc="-64" kern="0" dirty="0">
                <a:solidFill>
                  <a:srgbClr val="FFF2F5">
                    <a:alpha val="99000"/>
                  </a:srgbClr>
                </a:solidFill>
                <a:latin typeface="Archivo Variable" pitchFamily="34" charset="0"/>
                <a:ea typeface="Archivo Variable" pitchFamily="34" charset="-122"/>
                <a:cs typeface="Archivo Variable" pitchFamily="34" charset="-120"/>
              </a:rPr>
              <a:t>Brand Patterns</a:t>
            </a:r>
            <a:endParaRPr lang="en-US" sz="6413" dirty="0"/>
          </a:p>
        </p:txBody>
      </p:sp>
      <p:sp>
        <p:nvSpPr>
          <p:cNvPr id="3" name="Text 1"/>
          <p:cNvSpPr/>
          <p:nvPr/>
        </p:nvSpPr>
        <p:spPr>
          <a:xfrm>
            <a:off x="4062412" y="3609975"/>
            <a:ext cx="4510088" cy="857250"/>
          </a:xfrm>
          <a:prstGeom prst="rect">
            <a:avLst/>
          </a:prstGeom>
          <a:noFill/>
          <a:ln/>
        </p:spPr>
        <p:txBody>
          <a:bodyPr wrap="square" lIns="0" tIns="0" rIns="0" bIns="0" rtlCol="0" anchor="ctr"/>
          <a:lstStyle/>
          <a:p>
            <a:pPr algn="r" indent="0" marL="0">
              <a:lnSpc>
                <a:spcPts val="6413"/>
              </a:lnSpc>
              <a:buNone/>
            </a:pPr>
            <a:r>
              <a:rPr lang="en-US" sz="6413" spc="-64" kern="0" dirty="0">
                <a:solidFill>
                  <a:srgbClr val="FFF2F5">
                    <a:alpha val="99000"/>
                  </a:srgbClr>
                </a:solidFill>
                <a:latin typeface="Archivo Variable" pitchFamily="34" charset="0"/>
                <a:ea typeface="Archivo Variable" pitchFamily="34" charset="-122"/>
                <a:cs typeface="Archivo Variable" pitchFamily="34" charset="-120"/>
              </a:rPr>
              <a:t>05</a:t>
            </a:r>
            <a:endParaRPr lang="en-US" sz="6413" dirty="0"/>
          </a:p>
        </p:txBody>
      </p:sp>
      <p:pic>
        <p:nvPicPr>
          <p:cNvPr id="4" name="Image 0" descr="preencoded.png">    </p:cNvPr>
          <p:cNvPicPr>
            <a:picLocks noChangeAspect="1"/>
          </p:cNvPicPr>
          <p:nvPr/>
        </p:nvPicPr>
        <p:blipFill>
          <a:blip r:embed="rId1"/>
          <a:srcRect l="0" r="0" t="0" b="0"/>
          <a:stretch/>
        </p:blipFill>
        <p:spPr>
          <a:xfrm>
            <a:off x="571500" y="285750"/>
            <a:ext cx="8001000" cy="4572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2F5"/>
        </a:solidFill>
      </p:bgPr>
    </p:bg>
    <p:spTree>
      <p:nvGrpSpPr>
        <p:cNvPr id="1" name=""/>
        <p:cNvGrpSpPr/>
        <p:nvPr/>
      </p:nvGrpSpPr>
      <p:grpSpPr>
        <a:xfrm>
          <a:off x="0" y="0"/>
          <a:ext cx="0" cy="0"/>
          <a:chOff x="0" y="0"/>
          <a:chExt cx="0" cy="0"/>
        </a:xfrm>
      </p:grpSpPr>
      <p:sp>
        <p:nvSpPr>
          <p:cNvPr id="2" name="Shape 0"/>
          <p:cNvSpPr/>
          <p:nvPr/>
        </p:nvSpPr>
        <p:spPr>
          <a:xfrm>
            <a:off x="4572000" y="0"/>
            <a:ext cx="4572000" cy="5143500"/>
          </a:xfrm>
          <a:prstGeom prst="rect">
            <a:avLst/>
          </a:prstGeom>
          <a:solidFill>
            <a:srgbClr val="1C1E85"/>
          </a:solidFill>
          <a:ln/>
        </p:spPr>
      </p:sp>
      <p:sp>
        <p:nvSpPr>
          <p:cNvPr id="3" name="Text 1"/>
          <p:cNvSpPr/>
          <p:nvPr/>
        </p:nvSpPr>
        <p:spPr>
          <a:xfrm>
            <a:off x="619125" y="1000125"/>
            <a:ext cx="2781300" cy="1652588"/>
          </a:xfrm>
          <a:prstGeom prst="rect">
            <a:avLst/>
          </a:prstGeom>
          <a:noFill/>
          <a:ln/>
        </p:spPr>
        <p:txBody>
          <a:bodyPr wrap="square" lIns="0" tIns="0" rIns="0" bIns="0" rtlCol="0" anchor="ctr"/>
          <a:lstStyle/>
          <a:p>
            <a:pPr algn="l" indent="0" marL="0">
              <a:lnSpc>
                <a:spcPts val="1425"/>
              </a:lnSpc>
              <a:buNone/>
            </a:pPr>
            <a:r>
              <a:rPr lang="en-US" sz="1140" spc="-11" kern="0" dirty="0">
                <a:solidFill>
                  <a:srgbClr val="1E125E">
                    <a:alpha val="99000"/>
                  </a:srgbClr>
                </a:solidFill>
                <a:latin typeface="Inter" pitchFamily="34" charset="0"/>
                <a:ea typeface="Inter" pitchFamily="34" charset="-122"/>
                <a:cs typeface="Inter" pitchFamily="34" charset="-120"/>
              </a:rPr>
              <a:t>Brand patterns can be used across a variety of media, from web design to slide decks to print media, and bring continuity and consistency to marketing materials.</a:t>
            </a:r>
            <a:endParaRPr lang="en-US" sz="1140" dirty="0"/>
          </a:p>
        </p:txBody>
      </p:sp>
      <p:pic>
        <p:nvPicPr>
          <p:cNvPr id="4" name="Image 0" descr="preencoded.png">    </p:cNvPr>
          <p:cNvPicPr>
            <a:picLocks noChangeAspect="1"/>
          </p:cNvPicPr>
          <p:nvPr/>
        </p:nvPicPr>
        <p:blipFill>
          <a:blip r:embed="rId1"/>
          <a:srcRect l="0" r="0" t="0" b="0"/>
          <a:stretch/>
        </p:blipFill>
        <p:spPr>
          <a:xfrm>
            <a:off x="571500" y="285750"/>
            <a:ext cx="8001000" cy="457200"/>
          </a:xfrm>
          <a:prstGeom prst="rect">
            <a:avLst/>
          </a:prstGeom>
        </p:spPr>
      </p:pic>
      <p:sp>
        <p:nvSpPr>
          <p:cNvPr id="5" name="Shape 2"/>
          <p:cNvSpPr/>
          <p:nvPr/>
        </p:nvSpPr>
        <p:spPr>
          <a:xfrm>
            <a:off x="5167313" y="1052513"/>
            <a:ext cx="3376613" cy="1338263"/>
          </a:xfrm>
          <a:prstGeom prst="rect">
            <a:avLst/>
          </a:prstGeom>
          <a:noFill/>
          <a:ln w="18097">
            <a:solidFill>
              <a:srgbClr val="FFF2F5"/>
            </a:solidFill>
            <a:prstDash val="solid"/>
          </a:ln>
        </p:spPr>
      </p:sp>
      <p:pic>
        <p:nvPicPr>
          <p:cNvPr id="6" name="Image 1" descr="preencoded.png">    </p:cNvPr>
          <p:cNvPicPr>
            <a:picLocks noChangeAspect="1"/>
          </p:cNvPicPr>
          <p:nvPr/>
        </p:nvPicPr>
        <p:blipFill>
          <a:blip r:embed="rId2"/>
          <a:srcRect l="0" r="0" t="0" b="0"/>
          <a:stretch/>
        </p:blipFill>
        <p:spPr>
          <a:xfrm>
            <a:off x="5591175" y="1304925"/>
            <a:ext cx="219075" cy="219075"/>
          </a:xfrm>
          <a:prstGeom prst="rect">
            <a:avLst/>
          </a:prstGeom>
        </p:spPr>
      </p:pic>
      <p:pic>
        <p:nvPicPr>
          <p:cNvPr id="7" name="Image 2" descr="preencoded.png">    </p:cNvPr>
          <p:cNvPicPr>
            <a:picLocks noChangeAspect="1"/>
          </p:cNvPicPr>
          <p:nvPr/>
        </p:nvPicPr>
        <p:blipFill>
          <a:blip r:embed="rId3"/>
          <a:srcRect l="0" r="0" t="0" b="0"/>
          <a:stretch/>
        </p:blipFill>
        <p:spPr>
          <a:xfrm>
            <a:off x="5372100" y="1414463"/>
            <a:ext cx="219075" cy="219075"/>
          </a:xfrm>
          <a:prstGeom prst="rect">
            <a:avLst/>
          </a:prstGeom>
        </p:spPr>
      </p:pic>
      <p:pic>
        <p:nvPicPr>
          <p:cNvPr id="8" name="Image 3" descr="preencoded.png">    </p:cNvPr>
          <p:cNvPicPr>
            <a:picLocks noChangeAspect="1"/>
          </p:cNvPicPr>
          <p:nvPr/>
        </p:nvPicPr>
        <p:blipFill>
          <a:blip r:embed="rId4"/>
          <a:srcRect l="0" r="0" t="0" b="0"/>
          <a:stretch/>
        </p:blipFill>
        <p:spPr>
          <a:xfrm>
            <a:off x="6929438" y="1466850"/>
            <a:ext cx="219075" cy="219075"/>
          </a:xfrm>
          <a:prstGeom prst="rect">
            <a:avLst/>
          </a:prstGeom>
        </p:spPr>
      </p:pic>
      <p:pic>
        <p:nvPicPr>
          <p:cNvPr id="9" name="Image 4" descr="preencoded.png">    </p:cNvPr>
          <p:cNvPicPr>
            <a:picLocks noChangeAspect="1"/>
          </p:cNvPicPr>
          <p:nvPr/>
        </p:nvPicPr>
        <p:blipFill>
          <a:blip r:embed="rId5"/>
          <a:srcRect l="0" r="0" t="0" b="0"/>
          <a:stretch/>
        </p:blipFill>
        <p:spPr>
          <a:xfrm>
            <a:off x="7148513" y="1357313"/>
            <a:ext cx="219075" cy="219075"/>
          </a:xfrm>
          <a:prstGeom prst="rect">
            <a:avLst/>
          </a:prstGeom>
        </p:spPr>
      </p:pic>
      <p:pic>
        <p:nvPicPr>
          <p:cNvPr id="10" name="Image 5" descr="preencoded.png">    </p:cNvPr>
          <p:cNvPicPr>
            <a:picLocks noChangeAspect="1"/>
          </p:cNvPicPr>
          <p:nvPr/>
        </p:nvPicPr>
        <p:blipFill>
          <a:blip r:embed="rId6"/>
          <a:srcRect l="0" r="0" t="0" b="0"/>
          <a:stretch/>
        </p:blipFill>
        <p:spPr>
          <a:xfrm>
            <a:off x="6210300" y="1814513"/>
            <a:ext cx="219075" cy="219075"/>
          </a:xfrm>
          <a:prstGeom prst="rect">
            <a:avLst/>
          </a:prstGeom>
        </p:spPr>
      </p:pic>
      <p:pic>
        <p:nvPicPr>
          <p:cNvPr id="11" name="Image 6" descr="preencoded.png">    </p:cNvPr>
          <p:cNvPicPr>
            <a:picLocks noChangeAspect="1"/>
          </p:cNvPicPr>
          <p:nvPr/>
        </p:nvPicPr>
        <p:blipFill>
          <a:blip r:embed="rId7"/>
          <a:srcRect l="0" r="0" t="0" b="0"/>
          <a:stretch/>
        </p:blipFill>
        <p:spPr>
          <a:xfrm>
            <a:off x="6429375" y="1924050"/>
            <a:ext cx="219075" cy="219075"/>
          </a:xfrm>
          <a:prstGeom prst="rect">
            <a:avLst/>
          </a:prstGeom>
        </p:spPr>
      </p:pic>
      <p:pic>
        <p:nvPicPr>
          <p:cNvPr id="12" name="Image 7" descr="preencoded.png">    </p:cNvPr>
          <p:cNvPicPr>
            <a:picLocks noChangeAspect="1"/>
          </p:cNvPicPr>
          <p:nvPr/>
        </p:nvPicPr>
        <p:blipFill>
          <a:blip r:embed="rId8"/>
          <a:srcRect l="0" r="0" t="0" b="0"/>
          <a:stretch/>
        </p:blipFill>
        <p:spPr>
          <a:xfrm>
            <a:off x="8010525" y="1795463"/>
            <a:ext cx="219075" cy="219075"/>
          </a:xfrm>
          <a:prstGeom prst="rect">
            <a:avLst/>
          </a:prstGeom>
        </p:spPr>
      </p:pic>
      <p:pic>
        <p:nvPicPr>
          <p:cNvPr id="13" name="Image 8" descr="preencoded.png">    </p:cNvPr>
          <p:cNvPicPr>
            <a:picLocks noChangeAspect="1"/>
          </p:cNvPicPr>
          <p:nvPr/>
        </p:nvPicPr>
        <p:blipFill>
          <a:blip r:embed="rId9"/>
          <a:srcRect l="0" r="0" t="0" b="0"/>
          <a:stretch/>
        </p:blipFill>
        <p:spPr>
          <a:xfrm>
            <a:off x="8120063" y="1576388"/>
            <a:ext cx="219075" cy="219075"/>
          </a:xfrm>
          <a:prstGeom prst="rect">
            <a:avLst/>
          </a:prstGeom>
        </p:spPr>
      </p:pic>
      <p:sp>
        <p:nvSpPr>
          <p:cNvPr id="14" name="Shape 3"/>
          <p:cNvSpPr/>
          <p:nvPr/>
        </p:nvSpPr>
        <p:spPr>
          <a:xfrm>
            <a:off x="5167313" y="923925"/>
            <a:ext cx="1481138" cy="133350"/>
          </a:xfrm>
          <a:prstGeom prst="rect">
            <a:avLst/>
          </a:prstGeom>
          <a:solidFill>
            <a:srgbClr val="FFF2F5"/>
          </a:solidFill>
          <a:ln/>
        </p:spPr>
      </p:sp>
      <p:sp>
        <p:nvSpPr>
          <p:cNvPr id="15" name="Text 4"/>
          <p:cNvSpPr/>
          <p:nvPr/>
        </p:nvSpPr>
        <p:spPr>
          <a:xfrm>
            <a:off x="5205413" y="942975"/>
            <a:ext cx="1404938" cy="95250"/>
          </a:xfrm>
          <a:prstGeom prst="rect">
            <a:avLst/>
          </a:prstGeom>
          <a:noFill/>
          <a:ln/>
        </p:spPr>
        <p:txBody>
          <a:bodyPr wrap="square" lIns="0" tIns="0" rIns="0" bIns="0" rtlCol="0" anchor="ctr"/>
          <a:lstStyle/>
          <a:p>
            <a:pPr algn="l" indent="0" marL="0">
              <a:lnSpc>
                <a:spcPts val="713"/>
              </a:lnSpc>
              <a:buNone/>
            </a:pPr>
            <a:r>
              <a:rPr lang="en-US" sz="570" spc="-6" kern="0" dirty="0">
                <a:solidFill>
                  <a:srgbClr val="1C1E85">
                    <a:alpha val="99000"/>
                  </a:srgbClr>
                </a:solidFill>
                <a:latin typeface="Inter" pitchFamily="34" charset="0"/>
                <a:ea typeface="Inter" pitchFamily="34" charset="-122"/>
                <a:cs typeface="Inter" pitchFamily="34" charset="-120"/>
              </a:rPr>
              <a:t>Brand Pattern 1 - Small duo-tone cubes</a:t>
            </a:r>
            <a:endParaRPr lang="en-US" sz="570" dirty="0"/>
          </a:p>
        </p:txBody>
      </p:sp>
      <p:sp>
        <p:nvSpPr>
          <p:cNvPr id="16" name="Shape 5"/>
          <p:cNvSpPr/>
          <p:nvPr/>
        </p:nvSpPr>
        <p:spPr>
          <a:xfrm>
            <a:off x="5167313" y="3128963"/>
            <a:ext cx="3376613" cy="1338263"/>
          </a:xfrm>
          <a:prstGeom prst="rect">
            <a:avLst/>
          </a:prstGeom>
          <a:noFill/>
          <a:ln w="18097">
            <a:solidFill>
              <a:srgbClr val="FFF2F5"/>
            </a:solidFill>
            <a:prstDash val="solid"/>
          </a:ln>
        </p:spPr>
      </p:sp>
      <p:pic>
        <p:nvPicPr>
          <p:cNvPr id="17" name="Image 9" descr="preencoded.png">    </p:cNvPr>
          <p:cNvPicPr>
            <a:picLocks noChangeAspect="1"/>
          </p:cNvPicPr>
          <p:nvPr/>
        </p:nvPicPr>
        <p:blipFill>
          <a:blip r:embed="rId10"/>
          <a:srcRect l="0" r="0" t="0" b="0"/>
          <a:stretch/>
        </p:blipFill>
        <p:spPr>
          <a:xfrm>
            <a:off x="5519738" y="3443288"/>
            <a:ext cx="476250" cy="476250"/>
          </a:xfrm>
          <a:prstGeom prst="rect">
            <a:avLst/>
          </a:prstGeom>
        </p:spPr>
      </p:pic>
      <p:pic>
        <p:nvPicPr>
          <p:cNvPr id="18" name="Image 10" descr="preencoded.png">    </p:cNvPr>
          <p:cNvPicPr>
            <a:picLocks noChangeAspect="1"/>
          </p:cNvPicPr>
          <p:nvPr/>
        </p:nvPicPr>
        <p:blipFill>
          <a:blip r:embed="rId11"/>
          <a:srcRect l="0" r="0" t="0" b="0"/>
          <a:stretch/>
        </p:blipFill>
        <p:spPr>
          <a:xfrm>
            <a:off x="5995988" y="3681413"/>
            <a:ext cx="476250" cy="476250"/>
          </a:xfrm>
          <a:prstGeom prst="rect">
            <a:avLst/>
          </a:prstGeom>
        </p:spPr>
      </p:pic>
      <p:pic>
        <p:nvPicPr>
          <p:cNvPr id="19" name="Image 11" descr="preencoded.png">    </p:cNvPr>
          <p:cNvPicPr>
            <a:picLocks noChangeAspect="1"/>
          </p:cNvPicPr>
          <p:nvPr/>
        </p:nvPicPr>
        <p:blipFill>
          <a:blip r:embed="rId12"/>
          <a:srcRect l="0" r="0" t="0" b="0"/>
          <a:stretch/>
        </p:blipFill>
        <p:spPr>
          <a:xfrm>
            <a:off x="7720013" y="3681413"/>
            <a:ext cx="476250" cy="476250"/>
          </a:xfrm>
          <a:prstGeom prst="rect">
            <a:avLst/>
          </a:prstGeom>
        </p:spPr>
      </p:pic>
      <p:pic>
        <p:nvPicPr>
          <p:cNvPr id="20" name="Image 12" descr="preencoded.png">    </p:cNvPr>
          <p:cNvPicPr>
            <a:picLocks noChangeAspect="1"/>
          </p:cNvPicPr>
          <p:nvPr/>
        </p:nvPicPr>
        <p:blipFill>
          <a:blip r:embed="rId13"/>
          <a:srcRect l="0" r="0" t="0" b="0"/>
          <a:stretch/>
        </p:blipFill>
        <p:spPr>
          <a:xfrm>
            <a:off x="7243763" y="3443288"/>
            <a:ext cx="476250" cy="476250"/>
          </a:xfrm>
          <a:prstGeom prst="rect">
            <a:avLst/>
          </a:prstGeom>
        </p:spPr>
      </p:pic>
      <p:sp>
        <p:nvSpPr>
          <p:cNvPr id="21" name="Shape 6"/>
          <p:cNvSpPr/>
          <p:nvPr/>
        </p:nvSpPr>
        <p:spPr>
          <a:xfrm>
            <a:off x="5167313" y="3000375"/>
            <a:ext cx="1309688" cy="133350"/>
          </a:xfrm>
          <a:prstGeom prst="rect">
            <a:avLst/>
          </a:prstGeom>
          <a:solidFill>
            <a:srgbClr val="FFF2F5"/>
          </a:solidFill>
          <a:ln/>
        </p:spPr>
      </p:sp>
      <p:sp>
        <p:nvSpPr>
          <p:cNvPr id="22" name="Text 7"/>
          <p:cNvSpPr/>
          <p:nvPr/>
        </p:nvSpPr>
        <p:spPr>
          <a:xfrm>
            <a:off x="5205413" y="3019425"/>
            <a:ext cx="1233488" cy="95250"/>
          </a:xfrm>
          <a:prstGeom prst="rect">
            <a:avLst/>
          </a:prstGeom>
          <a:noFill/>
          <a:ln/>
        </p:spPr>
        <p:txBody>
          <a:bodyPr wrap="square" lIns="0" tIns="0" rIns="0" bIns="0" rtlCol="0" anchor="ctr"/>
          <a:lstStyle/>
          <a:p>
            <a:pPr algn="l" indent="0" marL="0">
              <a:lnSpc>
                <a:spcPts val="713"/>
              </a:lnSpc>
              <a:buNone/>
            </a:pPr>
            <a:r>
              <a:rPr lang="en-US" sz="570" spc="-6" kern="0" dirty="0">
                <a:solidFill>
                  <a:srgbClr val="1C1E85">
                    <a:alpha val="99000"/>
                  </a:srgbClr>
                </a:solidFill>
                <a:latin typeface="Inter" pitchFamily="34" charset="0"/>
                <a:ea typeface="Inter" pitchFamily="34" charset="-122"/>
                <a:cs typeface="Inter" pitchFamily="34" charset="-120"/>
              </a:rPr>
              <a:t>Brand Pattern 2 - Repeating cubes</a:t>
            </a:r>
            <a:endParaRPr lang="en-US" sz="57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2F5"/>
        </a:solidFill>
      </p:bgPr>
    </p:bg>
    <p:spTree>
      <p:nvGrpSpPr>
        <p:cNvPr id="1" name=""/>
        <p:cNvGrpSpPr/>
        <p:nvPr/>
      </p:nvGrpSpPr>
      <p:grpSpPr>
        <a:xfrm>
          <a:off x="0" y="0"/>
          <a:ext cx="0" cy="0"/>
          <a:chOff x="0" y="0"/>
          <a:chExt cx="0" cy="0"/>
        </a:xfrm>
      </p:grpSpPr>
      <p:sp>
        <p:nvSpPr>
          <p:cNvPr id="2" name="Shape 0"/>
          <p:cNvSpPr/>
          <p:nvPr/>
        </p:nvSpPr>
        <p:spPr>
          <a:xfrm>
            <a:off x="4572000" y="0"/>
            <a:ext cx="4572000" cy="5143500"/>
          </a:xfrm>
          <a:prstGeom prst="rect">
            <a:avLst/>
          </a:prstGeom>
          <a:solidFill>
            <a:srgbClr val="1C1E85"/>
          </a:solidFill>
          <a:ln/>
        </p:spPr>
      </p:sp>
      <p:sp>
        <p:nvSpPr>
          <p:cNvPr id="3" name="Text 1"/>
          <p:cNvSpPr/>
          <p:nvPr/>
        </p:nvSpPr>
        <p:spPr>
          <a:xfrm>
            <a:off x="619125" y="1000125"/>
            <a:ext cx="2781300" cy="1652588"/>
          </a:xfrm>
          <a:prstGeom prst="rect">
            <a:avLst/>
          </a:prstGeom>
          <a:noFill/>
          <a:ln/>
        </p:spPr>
        <p:txBody>
          <a:bodyPr wrap="square" lIns="0" tIns="0" rIns="0" bIns="0" rtlCol="0" anchor="ctr"/>
          <a:lstStyle/>
          <a:p>
            <a:pPr algn="l" indent="0" marL="0">
              <a:lnSpc>
                <a:spcPts val="1425"/>
              </a:lnSpc>
              <a:buNone/>
            </a:pPr>
            <a:r>
              <a:rPr lang="en-US" sz="1140" spc="-11" kern="0" dirty="0">
                <a:solidFill>
                  <a:srgbClr val="1E125E">
                    <a:alpha val="99000"/>
                  </a:srgbClr>
                </a:solidFill>
                <a:latin typeface="Inter" pitchFamily="34" charset="0"/>
                <a:ea typeface="Inter" pitchFamily="34" charset="-122"/>
                <a:cs typeface="Inter" pitchFamily="34" charset="-120"/>
              </a:rPr>
              <a:t>Brand patterns can be used across a variety of media, from web design to slide decks to print media, and bring continuity and consistency to marketing materials.</a:t>
            </a:r>
            <a:endParaRPr lang="en-US" sz="1140" dirty="0"/>
          </a:p>
        </p:txBody>
      </p:sp>
      <p:pic>
        <p:nvPicPr>
          <p:cNvPr id="4" name="Image 0" descr="preencoded.png">    </p:cNvPr>
          <p:cNvPicPr>
            <a:picLocks noChangeAspect="1"/>
          </p:cNvPicPr>
          <p:nvPr/>
        </p:nvPicPr>
        <p:blipFill>
          <a:blip r:embed="rId1"/>
          <a:srcRect l="0" r="0" t="0" b="0"/>
          <a:stretch/>
        </p:blipFill>
        <p:spPr>
          <a:xfrm>
            <a:off x="571500" y="285750"/>
            <a:ext cx="8001000" cy="457200"/>
          </a:xfrm>
          <a:prstGeom prst="rect">
            <a:avLst/>
          </a:prstGeom>
        </p:spPr>
      </p:pic>
      <p:sp>
        <p:nvSpPr>
          <p:cNvPr id="5" name="Shape 2"/>
          <p:cNvSpPr/>
          <p:nvPr/>
        </p:nvSpPr>
        <p:spPr>
          <a:xfrm>
            <a:off x="5167313" y="1052513"/>
            <a:ext cx="3376613" cy="1338263"/>
          </a:xfrm>
          <a:prstGeom prst="rect">
            <a:avLst/>
          </a:prstGeom>
          <a:noFill/>
          <a:ln w="18097">
            <a:solidFill>
              <a:srgbClr val="FFF2F5"/>
            </a:solidFill>
            <a:prstDash val="solid"/>
          </a:ln>
        </p:spPr>
      </p:sp>
      <p:pic>
        <p:nvPicPr>
          <p:cNvPr id="6" name="Image 1" descr="preencoded.png">    </p:cNvPr>
          <p:cNvPicPr>
            <a:picLocks noChangeAspect="1"/>
          </p:cNvPicPr>
          <p:nvPr/>
        </p:nvPicPr>
        <p:blipFill>
          <a:blip r:embed="rId2"/>
          <a:srcRect l="0" r="0" t="0" b="0"/>
          <a:stretch/>
        </p:blipFill>
        <p:spPr>
          <a:xfrm>
            <a:off x="5519738" y="1366838"/>
            <a:ext cx="476250" cy="476250"/>
          </a:xfrm>
          <a:prstGeom prst="rect">
            <a:avLst/>
          </a:prstGeom>
        </p:spPr>
      </p:pic>
      <p:pic>
        <p:nvPicPr>
          <p:cNvPr id="7" name="Image 2" descr="preencoded.png">    </p:cNvPr>
          <p:cNvPicPr>
            <a:picLocks noChangeAspect="1"/>
          </p:cNvPicPr>
          <p:nvPr/>
        </p:nvPicPr>
        <p:blipFill>
          <a:blip r:embed="rId3"/>
          <a:srcRect l="0" r="0" t="0" b="0"/>
          <a:stretch/>
        </p:blipFill>
        <p:spPr>
          <a:xfrm>
            <a:off x="5995988" y="1604962"/>
            <a:ext cx="476250" cy="476250"/>
          </a:xfrm>
          <a:prstGeom prst="rect">
            <a:avLst/>
          </a:prstGeom>
        </p:spPr>
      </p:pic>
      <p:pic>
        <p:nvPicPr>
          <p:cNvPr id="8" name="Image 3" descr="preencoded.png">    </p:cNvPr>
          <p:cNvPicPr>
            <a:picLocks noChangeAspect="1"/>
          </p:cNvPicPr>
          <p:nvPr/>
        </p:nvPicPr>
        <p:blipFill>
          <a:blip r:embed="rId4"/>
          <a:srcRect l="0" r="0" t="0" b="0"/>
          <a:stretch/>
        </p:blipFill>
        <p:spPr>
          <a:xfrm>
            <a:off x="7720013" y="1604962"/>
            <a:ext cx="476250" cy="476250"/>
          </a:xfrm>
          <a:prstGeom prst="rect">
            <a:avLst/>
          </a:prstGeom>
        </p:spPr>
      </p:pic>
      <p:pic>
        <p:nvPicPr>
          <p:cNvPr id="9" name="Image 4" descr="preencoded.png">    </p:cNvPr>
          <p:cNvPicPr>
            <a:picLocks noChangeAspect="1"/>
          </p:cNvPicPr>
          <p:nvPr/>
        </p:nvPicPr>
        <p:blipFill>
          <a:blip r:embed="rId5"/>
          <a:srcRect l="0" r="0" t="0" b="0"/>
          <a:stretch/>
        </p:blipFill>
        <p:spPr>
          <a:xfrm>
            <a:off x="7243763" y="1366838"/>
            <a:ext cx="476250" cy="476250"/>
          </a:xfrm>
          <a:prstGeom prst="rect">
            <a:avLst/>
          </a:prstGeom>
        </p:spPr>
      </p:pic>
      <p:sp>
        <p:nvSpPr>
          <p:cNvPr id="10" name="Shape 3"/>
          <p:cNvSpPr/>
          <p:nvPr/>
        </p:nvSpPr>
        <p:spPr>
          <a:xfrm>
            <a:off x="5167313" y="923925"/>
            <a:ext cx="1747838" cy="133350"/>
          </a:xfrm>
          <a:prstGeom prst="rect">
            <a:avLst/>
          </a:prstGeom>
          <a:solidFill>
            <a:srgbClr val="FFF2F5"/>
          </a:solidFill>
          <a:ln/>
        </p:spPr>
      </p:sp>
      <p:sp>
        <p:nvSpPr>
          <p:cNvPr id="11" name="Text 4"/>
          <p:cNvSpPr/>
          <p:nvPr/>
        </p:nvSpPr>
        <p:spPr>
          <a:xfrm>
            <a:off x="5205413" y="942975"/>
            <a:ext cx="1671638" cy="95250"/>
          </a:xfrm>
          <a:prstGeom prst="rect">
            <a:avLst/>
          </a:prstGeom>
          <a:noFill/>
          <a:ln/>
        </p:spPr>
        <p:txBody>
          <a:bodyPr wrap="square" lIns="0" tIns="0" rIns="0" bIns="0" rtlCol="0" anchor="ctr"/>
          <a:lstStyle/>
          <a:p>
            <a:pPr algn="l" indent="0" marL="0">
              <a:lnSpc>
                <a:spcPts val="713"/>
              </a:lnSpc>
              <a:buNone/>
            </a:pPr>
            <a:r>
              <a:rPr lang="en-US" sz="570" spc="-6" kern="0" dirty="0">
                <a:solidFill>
                  <a:srgbClr val="1C1E85">
                    <a:alpha val="99000"/>
                  </a:srgbClr>
                </a:solidFill>
                <a:latin typeface="Inter" pitchFamily="34" charset="0"/>
                <a:ea typeface="Inter" pitchFamily="34" charset="-122"/>
                <a:cs typeface="Inter" pitchFamily="34" charset="-120"/>
              </a:rPr>
              <a:t>Brand Pattern 3 - Repeating transparent cubes</a:t>
            </a:r>
            <a:endParaRPr lang="en-US" sz="57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2026-03-03T05:21:48Z</dcterms:created>
  <dcterms:modified xsi:type="dcterms:W3CDTF">2026-03-03T05:21:48Z</dcterms:modified>
</cp:coreProperties>
</file>